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8" r:id="rId2"/>
    <p:sldId id="256" r:id="rId3"/>
    <p:sldId id="259" r:id="rId4"/>
    <p:sldId id="260" r:id="rId5"/>
    <p:sldId id="284" r:id="rId6"/>
    <p:sldId id="304" r:id="rId7"/>
    <p:sldId id="300" r:id="rId8"/>
    <p:sldId id="286" r:id="rId9"/>
    <p:sldId id="308" r:id="rId10"/>
    <p:sldId id="301" r:id="rId11"/>
    <p:sldId id="288" r:id="rId12"/>
    <p:sldId id="302" r:id="rId13"/>
    <p:sldId id="307" r:id="rId14"/>
    <p:sldId id="290" r:id="rId15"/>
    <p:sldId id="277" r:id="rId16"/>
    <p:sldId id="298" r:id="rId17"/>
    <p:sldId id="299" r:id="rId18"/>
    <p:sldId id="297" r:id="rId19"/>
    <p:sldId id="306" r:id="rId20"/>
    <p:sldId id="274" r:id="rId21"/>
    <p:sldId id="30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B2BF"/>
    <a:srgbClr val="526D82"/>
    <a:srgbClr val="DDE6ED"/>
    <a:srgbClr val="C38154"/>
    <a:srgbClr val="344966"/>
    <a:srgbClr val="27374D"/>
    <a:srgbClr val="FFC26F"/>
    <a:srgbClr val="F9E0BB"/>
    <a:srgbClr val="884A39"/>
    <a:srgbClr val="BF9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9" autoAdjust="0"/>
    <p:restoredTop sz="94648" autoAdjust="0"/>
  </p:normalViewPr>
  <p:slideViewPr>
    <p:cSldViewPr snapToGrid="0">
      <p:cViewPr varScale="1">
        <p:scale>
          <a:sx n="76" d="100"/>
          <a:sy n="76" d="100"/>
        </p:scale>
        <p:origin x="178" y="2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211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8A42A-0832-4D79-8413-AC90DB921744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5D2AD-9C44-41D0-A8B4-A48C80EFD8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016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D5D2AD-9C44-41D0-A8B4-A48C80EFD89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12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81D45-FFB0-4791-3985-47CE594A5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1F86E2-ABEE-494E-0514-BB246C2F5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CBC41-DD3F-C6B6-3C16-C3809E2BE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3A55-5221-414B-AD7B-DD7AA9976EC7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D9215-885B-D06B-599D-62954C30B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7C1E3-750B-A23F-5B9D-3015A0C03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2B9A-85C2-44F8-BF71-6008E628E2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3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7DBC4-B9C2-AD09-58DE-C9941BCC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CC944-47BA-36F1-F3A9-459F87EFA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A3AE3-E5CF-75A6-21D3-99FEE983C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3A55-5221-414B-AD7B-DD7AA9976EC7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80A61-F505-959D-A3E9-862CCF2ED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7D53E-B27B-1F09-06AE-2B3E73F30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2B9A-85C2-44F8-BF71-6008E628E2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18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69701-6178-64AC-5EE4-4C53F794C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954B5-8194-E35C-9BC6-6ABEA64AD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7EE02-2C01-CBF9-ABD0-F2D94D0F7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3A55-5221-414B-AD7B-DD7AA9976EC7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7D6DC-875E-88C9-E5E8-F76229DD6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8B394-33D3-E34B-E95D-9068000AD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2B9A-85C2-44F8-BF71-6008E628E2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314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50036-B2C0-E174-CC9C-95B6A520B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0E25E-BD23-65C2-76EA-5ADC29A2BE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BADCF-B58A-37BF-5242-F9E08F49C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DE4A5-B020-1A38-8A8F-6E6189E4F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3A55-5221-414B-AD7B-DD7AA9976EC7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24676-70B1-BE9B-BFBE-EE512506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C9463-1593-80FC-503B-A2C2FC5BA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2B9A-85C2-44F8-BF71-6008E628E2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24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E7FDC-E779-6DDC-B808-42E7A4170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01811-8360-573C-E148-BE3CB8C13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6A3A6-21C0-27BE-DB3B-3E764700B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15DD1B-2D78-4E10-1F50-B8AB28A002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BCBC08-ECAE-FAE6-9635-3B3A753FB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903EFB-48ED-1F92-87E4-EFAA66E93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3A55-5221-414B-AD7B-DD7AA9976EC7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7FC61C-B091-ED17-ABAE-F00C70140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16CB18-9B31-1DCD-63BC-304D9EDB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2B9A-85C2-44F8-BF71-6008E628E2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373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FE457-35C4-A6B7-DB87-894750F6C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2D4FB-9520-8BF6-AFEF-4E4E1EF0C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3A55-5221-414B-AD7B-DD7AA9976EC7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0319E6-6295-8119-B44D-F3E8D79B2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D9EE9-0E90-98BA-6F2C-EDA0CB18A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2B9A-85C2-44F8-BF71-6008E628E2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884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B87BDF-84FE-9E6C-039A-46A0FB517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3A55-5221-414B-AD7B-DD7AA9976EC7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B19518-C483-12CB-61D8-6A6F066D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C869B-69D4-B160-523B-C90800AC0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2B9A-85C2-44F8-BF71-6008E628E2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462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0DAE-6FCF-DF90-A976-235A65C77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EADDD-8DB0-B8E2-BA74-12BF2F33B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3D51A9-9C26-4746-24AF-FE9E32A21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41D07-89D7-7A68-E201-B3CE6016D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3A55-5221-414B-AD7B-DD7AA9976EC7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241B4-DCC2-3835-040D-33F73F304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F58B3-A5DA-2723-EECE-044BAE18B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2B9A-85C2-44F8-BF71-6008E628E2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837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CA1E2-BC29-0F55-12E6-DB75FAEDE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517862-7715-44EE-4289-7CE30775F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F4E04-D8BF-F6BA-0C49-0853E9F15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613BD5-4298-E45B-81C6-5E3C8B0D7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3A55-5221-414B-AD7B-DD7AA9976EC7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9BD0B-2259-F293-442A-7B39703CA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E878D-5904-781F-3430-23488D98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2B9A-85C2-44F8-BF71-6008E628E2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155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85E4C-B82C-BBA6-A5CC-9AF6A8F60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740D8-876A-C884-CB4D-835B23E39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6FFC4-D419-9B5D-6AB9-FF0B70CDD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3A55-5221-414B-AD7B-DD7AA9976EC7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C422-7970-C93B-D074-B1A062A09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D2B61-5D60-90C3-AAF1-839E88DFA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2B9A-85C2-44F8-BF71-6008E628E2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587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8BA41B-1B34-A162-7613-F857A6BD22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A83278-14D8-DDA2-7363-E3DA2A986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8CEF4-67A9-63E1-E289-C4EA56E7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3A55-5221-414B-AD7B-DD7AA9976EC7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6BE70-977D-D8F2-32CD-BC5AB689D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8E48C-FF55-769B-C1DC-CCD48B8A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2B9A-85C2-44F8-BF71-6008E628E2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971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9970C1-F469-30CC-A005-4869B69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62CE2-6357-6574-4EC7-B541B0911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9F8FC-61F8-EA9F-4BD4-E6334738B8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43A55-5221-414B-AD7B-DD7AA9976EC7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22C13-95F5-4FA9-58A9-33E582B55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1DEDA-63F1-59B4-2DD4-B5BAA1CB0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52B9A-85C2-44F8-BF71-6008E628E2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308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jpe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400FA-A49B-D826-EE5A-91A98B6F57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3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In this presentation we going to show our project Vending Machine Arduino Based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300" dirty="0">
              <a:solidFill>
                <a:schemeClr val="tx1">
                  <a:lumMod val="65000"/>
                  <a:lumOff val="35000"/>
                </a:schemeClr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300" dirty="0">
              <a:solidFill>
                <a:schemeClr val="tx1">
                  <a:lumMod val="65000"/>
                  <a:lumOff val="35000"/>
                </a:schemeClr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300" b="1" dirty="0">
                <a:solidFill>
                  <a:srgbClr val="526D8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Done by: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3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Mohammed Sameeh Zaloom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3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Mohammed Abdullah Haswah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3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Hamza Waseem Nasser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300" dirty="0">
              <a:solidFill>
                <a:schemeClr val="tx1">
                  <a:lumMod val="65000"/>
                  <a:lumOff val="35000"/>
                </a:schemeClr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300" b="1" dirty="0">
                <a:solidFill>
                  <a:srgbClr val="526D8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Supervised by: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3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Dr. Bilal Zahran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13AF16-F8BF-A1CC-7D4E-83CABA73D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861" y="327802"/>
            <a:ext cx="10515600" cy="1986189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526D82"/>
                </a:solidFill>
                <a:latin typeface="Segoe UI Light" panose="020B0702040204020203" pitchFamily="34" charset="0"/>
                <a:ea typeface="Segoe UI Light" panose="020B0702040204020203" pitchFamily="34" charset="0"/>
                <a:cs typeface="Segoe UI" panose="020B0502040204020203" pitchFamily="34" charset="0"/>
              </a:rPr>
              <a:t>outline to get started</a:t>
            </a:r>
            <a:br>
              <a:rPr lang="ar-JO" sz="3600" dirty="0">
                <a:solidFill>
                  <a:schemeClr val="accent5">
                    <a:lumMod val="75000"/>
                  </a:schemeClr>
                </a:solidFill>
                <a:latin typeface="Segoe UI Light" panose="020B0702040204020203" pitchFamily="34" charset="0"/>
                <a:ea typeface="Segoe UI Light" panose="020B0702040204020203" pitchFamily="34" charset="0"/>
                <a:cs typeface="Segoe UI" panose="020B0502040204020203" pitchFamily="34" charset="0"/>
              </a:rPr>
            </a:br>
            <a:endParaRPr lang="en-US" sz="3600" dirty="0">
              <a:solidFill>
                <a:schemeClr val="accent5">
                  <a:lumMod val="75000"/>
                </a:schemeClr>
              </a:solidFill>
              <a:latin typeface="Segoe UI Light" panose="020B0702040204020203" pitchFamily="34" charset="0"/>
              <a:ea typeface="Segoe UI Light" panose="020B07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B732C6C-C952-10DF-D406-476E1AC3CBFD}"/>
              </a:ext>
            </a:extLst>
          </p:cNvPr>
          <p:cNvGrpSpPr/>
          <p:nvPr/>
        </p:nvGrpSpPr>
        <p:grpSpPr>
          <a:xfrm>
            <a:off x="6211661" y="6123487"/>
            <a:ext cx="5138199" cy="771997"/>
            <a:chOff x="6211661" y="6042093"/>
            <a:chExt cx="5138199" cy="771997"/>
          </a:xfrm>
        </p:grpSpPr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BF92973D-D5DB-BF40-ACA7-DE734E12311D}"/>
                </a:ext>
              </a:extLst>
            </p:cNvPr>
            <p:cNvSpPr/>
            <p:nvPr/>
          </p:nvSpPr>
          <p:spPr>
            <a:xfrm>
              <a:off x="6211661" y="6042093"/>
              <a:ext cx="5138199" cy="630783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endParaRPr lang="en-US" sz="18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4580268-5CC3-080F-1795-C57DEDBC5378}"/>
                </a:ext>
              </a:extLst>
            </p:cNvPr>
            <p:cNvSpPr txBox="1"/>
            <p:nvPr/>
          </p:nvSpPr>
          <p:spPr>
            <a:xfrm>
              <a:off x="6289102" y="6139278"/>
              <a:ext cx="2303691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sz="1200" b="1" dirty="0">
                  <a:solidFill>
                    <a:srgbClr val="C00000"/>
                  </a:solidFill>
                  <a:cs typeface="Segoe UI Semibold" panose="020B0702040204020203" pitchFamily="34" charset="0"/>
                </a:rPr>
                <a:t>See more: 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Semilight" panose="020B0402040204020203" pitchFamily="34" charset="0"/>
                  <a:ea typeface="Segoe UI Symbol" panose="020B0502040204020203" pitchFamily="34" charset="0"/>
                  <a:cs typeface="Segoe UI Semilight" panose="020B0402040204020203" pitchFamily="34" charset="0"/>
                </a:rPr>
                <a:t>Open the Documentation below for more information.</a:t>
              </a:r>
            </a:p>
          </p:txBody>
        </p:sp>
        <p:pic>
          <p:nvPicPr>
            <p:cNvPr id="9" name="Picture 11" descr="Curved arrow">
              <a:extLst>
                <a:ext uri="{FF2B5EF4-FFF2-40B4-BE49-F238E27FC236}">
                  <a16:creationId xmlns:a16="http://schemas.microsoft.com/office/drawing/2014/main" id="{12021E63-09E0-90D2-4610-7EB620A2453B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354591">
              <a:off x="8375339" y="6310072"/>
              <a:ext cx="712427" cy="504018"/>
            </a:xfrm>
            <a:prstGeom prst="rect">
              <a:avLst/>
            </a:prstGeom>
          </p:spPr>
        </p:pic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6696EEC-F090-765C-F06E-50F17A9764B3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838200" y="1320897"/>
            <a:ext cx="1063126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DB67FD7-8CC5-72B6-4F6F-65D3450FAF30}"/>
              </a:ext>
            </a:extLst>
          </p:cNvPr>
          <p:cNvSpPr/>
          <p:nvPr/>
        </p:nvSpPr>
        <p:spPr>
          <a:xfrm>
            <a:off x="-5845344" y="6123487"/>
            <a:ext cx="5655213" cy="5416727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0B4511E-92F0-8CA6-4181-63862C637DE7}"/>
              </a:ext>
            </a:extLst>
          </p:cNvPr>
          <p:cNvSpPr/>
          <p:nvPr/>
        </p:nvSpPr>
        <p:spPr>
          <a:xfrm>
            <a:off x="12191999" y="-4287521"/>
            <a:ext cx="6307015" cy="5811519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phic 20" descr="Processor with solid fill">
            <a:extLst>
              <a:ext uri="{FF2B5EF4-FFF2-40B4-BE49-F238E27FC236}">
                <a16:creationId xmlns:a16="http://schemas.microsoft.com/office/drawing/2014/main" id="{035C090B-7021-A852-7CA1-02F4E584F3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743200" y="-1800586"/>
            <a:ext cx="914400" cy="914400"/>
          </a:xfrm>
          <a:prstGeom prst="rect">
            <a:avLst/>
          </a:prstGeom>
        </p:spPr>
      </p:pic>
      <p:pic>
        <p:nvPicPr>
          <p:cNvPr id="22" name="Graphic 21" descr="Lightbulb and gear with solid fill">
            <a:extLst>
              <a:ext uri="{FF2B5EF4-FFF2-40B4-BE49-F238E27FC236}">
                <a16:creationId xmlns:a16="http://schemas.microsoft.com/office/drawing/2014/main" id="{9110367A-AD8B-77DC-BE3C-2643DAC662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38458" y="79174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958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8938">
        <p159:morph option="byObject"/>
      </p:transition>
    </mc:Choice>
    <mc:Fallback xmlns="">
      <p:transition spd="slow" advTm="18938">
        <p:fade/>
      </p:transition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754C1-2D45-1F19-FF4D-C01FBCD58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3134"/>
            <a:ext cx="9144000" cy="2789500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Vending Machine Arduino Based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90AB4D-9EAC-554C-046A-D01EA41DEA33}"/>
              </a:ext>
            </a:extLst>
          </p:cNvPr>
          <p:cNvSpPr/>
          <p:nvPr/>
        </p:nvSpPr>
        <p:spPr>
          <a:xfrm>
            <a:off x="-731520" y="3749137"/>
            <a:ext cx="4511040" cy="4287520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124A2-6782-0E5C-6C9D-A35492FBC46D}"/>
              </a:ext>
            </a:extLst>
          </p:cNvPr>
          <p:cNvSpPr/>
          <p:nvPr/>
        </p:nvSpPr>
        <p:spPr>
          <a:xfrm>
            <a:off x="8986520" y="-2143760"/>
            <a:ext cx="4511040" cy="4287520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 descr="Processor with solid fill">
            <a:extLst>
              <a:ext uri="{FF2B5EF4-FFF2-40B4-BE49-F238E27FC236}">
                <a16:creationId xmlns:a16="http://schemas.microsoft.com/office/drawing/2014/main" id="{CB723F1F-46E7-93E3-3970-D711A31E3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78734"/>
            <a:ext cx="914400" cy="914400"/>
          </a:xfrm>
          <a:prstGeom prst="rect">
            <a:avLst/>
          </a:prstGeom>
        </p:spPr>
      </p:pic>
      <p:pic>
        <p:nvPicPr>
          <p:cNvPr id="21" name="Graphic 20" descr="Lightbulb and gear with solid fill">
            <a:extLst>
              <a:ext uri="{FF2B5EF4-FFF2-40B4-BE49-F238E27FC236}">
                <a16:creationId xmlns:a16="http://schemas.microsoft.com/office/drawing/2014/main" id="{9F8F219A-8E8E-A878-1C04-B7CD0C65BA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46397" y="501196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34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E90AB4D-9EAC-554C-046A-D01EA41DEA33}"/>
              </a:ext>
            </a:extLst>
          </p:cNvPr>
          <p:cNvSpPr/>
          <p:nvPr/>
        </p:nvSpPr>
        <p:spPr>
          <a:xfrm>
            <a:off x="-4617720" y="6441440"/>
            <a:ext cx="4511040" cy="4287520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124A2-6782-0E5C-6C9D-A35492FBC46D}"/>
              </a:ext>
            </a:extLst>
          </p:cNvPr>
          <p:cNvSpPr/>
          <p:nvPr/>
        </p:nvSpPr>
        <p:spPr>
          <a:xfrm>
            <a:off x="5852160" y="-1381809"/>
            <a:ext cx="9113520" cy="9621617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6FA466-A883-A63F-BD64-2A6A07146238}"/>
              </a:ext>
            </a:extLst>
          </p:cNvPr>
          <p:cNvSpPr txBox="1"/>
          <p:nvPr/>
        </p:nvSpPr>
        <p:spPr>
          <a:xfrm>
            <a:off x="228600" y="594360"/>
            <a:ext cx="5471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B52B98-4AE2-43F2-1CDA-B3F6628E7313}"/>
              </a:ext>
            </a:extLst>
          </p:cNvPr>
          <p:cNvSpPr txBox="1"/>
          <p:nvPr/>
        </p:nvSpPr>
        <p:spPr>
          <a:xfrm>
            <a:off x="358815" y="1689904"/>
            <a:ext cx="50697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Implement a small vending machine using: Arduino Mega, servo motors, keypad, LCD, wood, and various other components.</a:t>
            </a:r>
          </a:p>
        </p:txBody>
      </p:sp>
      <p:pic>
        <p:nvPicPr>
          <p:cNvPr id="13" name="Graphic 12" descr="Internet Of Things outline">
            <a:extLst>
              <a:ext uri="{FF2B5EF4-FFF2-40B4-BE49-F238E27FC236}">
                <a16:creationId xmlns:a16="http://schemas.microsoft.com/office/drawing/2014/main" id="{04D6DCCD-9353-6206-E75B-71D78C09B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5013960"/>
            <a:ext cx="1427480" cy="1427480"/>
          </a:xfrm>
          <a:prstGeom prst="rect">
            <a:avLst/>
          </a:prstGeom>
        </p:spPr>
      </p:pic>
      <p:pic>
        <p:nvPicPr>
          <p:cNvPr id="40" name="Graphic 39" descr="Internet Of Things outline">
            <a:extLst>
              <a:ext uri="{FF2B5EF4-FFF2-40B4-BE49-F238E27FC236}">
                <a16:creationId xmlns:a16="http://schemas.microsoft.com/office/drawing/2014/main" id="{6BC809CA-1A86-0353-1A03-CBC79DA26C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4320" y="10885060"/>
            <a:ext cx="1427480" cy="1427480"/>
          </a:xfrm>
          <a:prstGeom prst="rect">
            <a:avLst/>
          </a:prstGeom>
        </p:spPr>
      </p:pic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C3594F1-59EC-258B-96CA-ACC44BBD32B0}"/>
              </a:ext>
            </a:extLst>
          </p:cNvPr>
          <p:cNvSpPr/>
          <p:nvPr/>
        </p:nvSpPr>
        <p:spPr>
          <a:xfrm>
            <a:off x="-5296932" y="3382037"/>
            <a:ext cx="1110668" cy="1337067"/>
          </a:xfrm>
          <a:prstGeom prst="roundRect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810A937-339B-CBA6-65BA-05F5D4BC6D94}"/>
              </a:ext>
            </a:extLst>
          </p:cNvPr>
          <p:cNvSpPr/>
          <p:nvPr/>
        </p:nvSpPr>
        <p:spPr>
          <a:xfrm>
            <a:off x="-2043502" y="11977011"/>
            <a:ext cx="1714084" cy="1605655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7" name="Graphic 56" descr="Internet Of Things with solid fill">
            <a:extLst>
              <a:ext uri="{FF2B5EF4-FFF2-40B4-BE49-F238E27FC236}">
                <a16:creationId xmlns:a16="http://schemas.microsoft.com/office/drawing/2014/main" id="{B6E9EBCD-D715-DA77-EAD4-09893F1444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72120" y="16450510"/>
            <a:ext cx="914400" cy="914400"/>
          </a:xfrm>
          <a:prstGeom prst="rect">
            <a:avLst/>
          </a:prstGeom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C352F317-54F9-9708-88F4-ECA70633AB4A}"/>
              </a:ext>
            </a:extLst>
          </p:cNvPr>
          <p:cNvGrpSpPr/>
          <p:nvPr/>
        </p:nvGrpSpPr>
        <p:grpSpPr>
          <a:xfrm>
            <a:off x="17151933" y="2294800"/>
            <a:ext cx="2346961" cy="2316480"/>
            <a:chOff x="9907072" y="13218594"/>
            <a:chExt cx="2346961" cy="231648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783EC75F-D9F8-0590-6C3D-009A0C514469}"/>
                </a:ext>
              </a:extLst>
            </p:cNvPr>
            <p:cNvSpPr/>
            <p:nvPr/>
          </p:nvSpPr>
          <p:spPr>
            <a:xfrm>
              <a:off x="9907072" y="13218594"/>
              <a:ext cx="2346961" cy="2316480"/>
            </a:xfrm>
            <a:prstGeom prst="roundRect">
              <a:avLst/>
            </a:prstGeom>
            <a:solidFill>
              <a:srgbClr val="9DB2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C0C8B36-C046-D164-EA6F-2772AF79F56D}"/>
                </a:ext>
              </a:extLst>
            </p:cNvPr>
            <p:cNvSpPr txBox="1"/>
            <p:nvPr/>
          </p:nvSpPr>
          <p:spPr>
            <a:xfrm>
              <a:off x="10052146" y="14379917"/>
              <a:ext cx="2118360" cy="523220"/>
            </a:xfrm>
            <a:prstGeom prst="rect">
              <a:avLst/>
            </a:prstGeom>
            <a:solidFill>
              <a:srgbClr val="9DB2B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Circuit</a:t>
              </a:r>
            </a:p>
          </p:txBody>
        </p:sp>
        <p:pic>
          <p:nvPicPr>
            <p:cNvPr id="58" name="Graphic 57" descr="Processor outline">
              <a:extLst>
                <a:ext uri="{FF2B5EF4-FFF2-40B4-BE49-F238E27FC236}">
                  <a16:creationId xmlns:a16="http://schemas.microsoft.com/office/drawing/2014/main" id="{231AD45C-C73F-1825-32E6-B3201B3C3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654126" y="13544042"/>
              <a:ext cx="914400" cy="9144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1F5540B-2BB6-73AF-CEB0-18B7CE80DA55}"/>
              </a:ext>
            </a:extLst>
          </p:cNvPr>
          <p:cNvGrpSpPr/>
          <p:nvPr/>
        </p:nvGrpSpPr>
        <p:grpSpPr>
          <a:xfrm>
            <a:off x="4567694" y="-8247973"/>
            <a:ext cx="2346961" cy="2316480"/>
            <a:chOff x="7056119" y="11208226"/>
            <a:chExt cx="2346961" cy="2316480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7E21DB40-3358-D2C3-D4AE-3B991B2CC1C8}"/>
                </a:ext>
              </a:extLst>
            </p:cNvPr>
            <p:cNvSpPr/>
            <p:nvPr/>
          </p:nvSpPr>
          <p:spPr>
            <a:xfrm>
              <a:off x="7056119" y="11208226"/>
              <a:ext cx="2346961" cy="2316480"/>
            </a:xfrm>
            <a:prstGeom prst="roundRect">
              <a:avLst/>
            </a:prstGeom>
            <a:solidFill>
              <a:srgbClr val="344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38D2FBC-E259-6ECD-A81E-554856926EA2}"/>
                </a:ext>
              </a:extLst>
            </p:cNvPr>
            <p:cNvGrpSpPr/>
            <p:nvPr/>
          </p:nvGrpSpPr>
          <p:grpSpPr>
            <a:xfrm>
              <a:off x="7467599" y="11416437"/>
              <a:ext cx="1524000" cy="1597581"/>
              <a:chOff x="7467599" y="11416437"/>
              <a:chExt cx="1524000" cy="1597581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BDB78E0-8C95-5C83-1F9D-9CF6DCD50FEB}"/>
                  </a:ext>
                </a:extLst>
              </p:cNvPr>
              <p:cNvSpPr txBox="1"/>
              <p:nvPr/>
            </p:nvSpPr>
            <p:spPr>
              <a:xfrm>
                <a:off x="7467599" y="12490798"/>
                <a:ext cx="1524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Coding</a:t>
                </a:r>
                <a:endParaRPr lang="en-US" sz="32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  <p:pic>
            <p:nvPicPr>
              <p:cNvPr id="59" name="Graphic 58" descr="Programmer male outline">
                <a:extLst>
                  <a:ext uri="{FF2B5EF4-FFF2-40B4-BE49-F238E27FC236}">
                    <a16:creationId xmlns:a16="http://schemas.microsoft.com/office/drawing/2014/main" id="{1C64958F-D172-2FE7-5B57-3A96E64F32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772399" y="11416437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ABC8598-A5CD-C599-22F0-4EF808BE04F0}"/>
              </a:ext>
            </a:extLst>
          </p:cNvPr>
          <p:cNvGrpSpPr/>
          <p:nvPr/>
        </p:nvGrpSpPr>
        <p:grpSpPr>
          <a:xfrm>
            <a:off x="6503174" y="10463358"/>
            <a:ext cx="2346961" cy="2316480"/>
            <a:chOff x="6503174" y="10440560"/>
            <a:chExt cx="2346961" cy="2316480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FEF888A1-BC36-F523-16D2-52F3325759A4}"/>
                </a:ext>
              </a:extLst>
            </p:cNvPr>
            <p:cNvSpPr/>
            <p:nvPr/>
          </p:nvSpPr>
          <p:spPr>
            <a:xfrm>
              <a:off x="6503174" y="10440560"/>
              <a:ext cx="2346961" cy="2316480"/>
            </a:xfrm>
            <a:prstGeom prst="roundRect">
              <a:avLst/>
            </a:prstGeom>
            <a:solidFill>
              <a:srgbClr val="DDE6E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DC7A52D-27C8-5858-8719-9925A8E9974D}"/>
                </a:ext>
              </a:extLst>
            </p:cNvPr>
            <p:cNvSpPr txBox="1"/>
            <p:nvPr/>
          </p:nvSpPr>
          <p:spPr>
            <a:xfrm>
              <a:off x="6743056" y="11313907"/>
              <a:ext cx="1935480" cy="1200329"/>
            </a:xfrm>
            <a:prstGeom prst="rect">
              <a:avLst/>
            </a:prstGeom>
            <a:solidFill>
              <a:srgbClr val="DDE6E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Coin Detection System</a:t>
              </a:r>
            </a:p>
          </p:txBody>
        </p:sp>
        <p:pic>
          <p:nvPicPr>
            <p:cNvPr id="60" name="Graphic 59" descr="Coins outline">
              <a:extLst>
                <a:ext uri="{FF2B5EF4-FFF2-40B4-BE49-F238E27FC236}">
                  <a16:creationId xmlns:a16="http://schemas.microsoft.com/office/drawing/2014/main" id="{965F3B15-5A45-7723-C38D-851E8ECE9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220916" y="10522168"/>
              <a:ext cx="914400" cy="914400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C6EEEF5-9B3F-5498-1558-5F549EC07D4C}"/>
              </a:ext>
            </a:extLst>
          </p:cNvPr>
          <p:cNvGrpSpPr/>
          <p:nvPr/>
        </p:nvGrpSpPr>
        <p:grpSpPr>
          <a:xfrm>
            <a:off x="-5791201" y="2813288"/>
            <a:ext cx="2346961" cy="2316480"/>
            <a:chOff x="4025212" y="13036042"/>
            <a:chExt cx="2346961" cy="231648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85E67E08-1586-C7E2-3CAF-8E085818DCF2}"/>
                </a:ext>
              </a:extLst>
            </p:cNvPr>
            <p:cNvSpPr/>
            <p:nvPr/>
          </p:nvSpPr>
          <p:spPr>
            <a:xfrm>
              <a:off x="4025212" y="13036042"/>
              <a:ext cx="2346961" cy="2316480"/>
            </a:xfrm>
            <a:prstGeom prst="roundRect">
              <a:avLst/>
            </a:prstGeom>
            <a:solidFill>
              <a:srgbClr val="526D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88C4732-8FAA-C75E-3D8A-4920F5A3399C}"/>
                </a:ext>
              </a:extLst>
            </p:cNvPr>
            <p:cNvSpPr txBox="1"/>
            <p:nvPr/>
          </p:nvSpPr>
          <p:spPr>
            <a:xfrm>
              <a:off x="4398593" y="14117754"/>
              <a:ext cx="16002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3D Design</a:t>
              </a:r>
            </a:p>
          </p:txBody>
        </p:sp>
        <p:pic>
          <p:nvPicPr>
            <p:cNvPr id="61" name="Graphic 60" descr="Cube with solid fill">
              <a:extLst>
                <a:ext uri="{FF2B5EF4-FFF2-40B4-BE49-F238E27FC236}">
                  <a16:creationId xmlns:a16="http://schemas.microsoft.com/office/drawing/2014/main" id="{32CFE4DE-4A36-CF1D-27EA-74B1C3BC8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758933" y="1321859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4800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5858DED-D5E4-E7F4-AC5D-D9BD990F7477}"/>
              </a:ext>
            </a:extLst>
          </p:cNvPr>
          <p:cNvSpPr/>
          <p:nvPr/>
        </p:nvSpPr>
        <p:spPr>
          <a:xfrm>
            <a:off x="2496907" y="2976552"/>
            <a:ext cx="1110668" cy="1337067"/>
          </a:xfrm>
          <a:prstGeom prst="roundRect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90AB4D-9EAC-554C-046A-D01EA41DEA33}"/>
              </a:ext>
            </a:extLst>
          </p:cNvPr>
          <p:cNvSpPr/>
          <p:nvPr/>
        </p:nvSpPr>
        <p:spPr>
          <a:xfrm>
            <a:off x="-4177102" y="1455241"/>
            <a:ext cx="1714084" cy="1605655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124A2-6782-0E5C-6C9D-A35492FBC46D}"/>
              </a:ext>
            </a:extLst>
          </p:cNvPr>
          <p:cNvSpPr/>
          <p:nvPr/>
        </p:nvSpPr>
        <p:spPr>
          <a:xfrm>
            <a:off x="13800406" y="-874136"/>
            <a:ext cx="9113520" cy="9621617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30563-B23D-C16D-E47A-9E04C57F97B7}"/>
              </a:ext>
            </a:extLst>
          </p:cNvPr>
          <p:cNvSpPr txBox="1"/>
          <p:nvPr/>
        </p:nvSpPr>
        <p:spPr>
          <a:xfrm>
            <a:off x="0" y="-3461825"/>
            <a:ext cx="5471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A1ED3E-0169-58F5-7457-EA60C27F4241}"/>
              </a:ext>
            </a:extLst>
          </p:cNvPr>
          <p:cNvSpPr txBox="1"/>
          <p:nvPr/>
        </p:nvSpPr>
        <p:spPr>
          <a:xfrm>
            <a:off x="436981" y="363290"/>
            <a:ext cx="4143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pic>
        <p:nvPicPr>
          <p:cNvPr id="18" name="Graphic 17" descr="Internet Of Things with solid fill">
            <a:extLst>
              <a:ext uri="{FF2B5EF4-FFF2-40B4-BE49-F238E27FC236}">
                <a16:creationId xmlns:a16="http://schemas.microsoft.com/office/drawing/2014/main" id="{2554049B-F20C-6FC8-44AE-B29DD17A2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20" y="5928740"/>
            <a:ext cx="914400" cy="9144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5D4A0094-17BA-3961-3FE3-C85ABD6BC5D9}"/>
              </a:ext>
            </a:extLst>
          </p:cNvPr>
          <p:cNvGrpSpPr/>
          <p:nvPr/>
        </p:nvGrpSpPr>
        <p:grpSpPr>
          <a:xfrm>
            <a:off x="7741138" y="2696824"/>
            <a:ext cx="2346961" cy="2316480"/>
            <a:chOff x="7741138" y="2696824"/>
            <a:chExt cx="2346961" cy="231648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69CADBB-1A1A-578A-CCA5-0C1202D00492}"/>
                </a:ext>
              </a:extLst>
            </p:cNvPr>
            <p:cNvSpPr/>
            <p:nvPr/>
          </p:nvSpPr>
          <p:spPr>
            <a:xfrm>
              <a:off x="7741138" y="2696824"/>
              <a:ext cx="2346961" cy="2316480"/>
            </a:xfrm>
            <a:prstGeom prst="roundRect">
              <a:avLst/>
            </a:prstGeom>
            <a:solidFill>
              <a:srgbClr val="9DB2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91EEDA-FAE0-6A8C-A9A9-448C7848F4D3}"/>
                </a:ext>
              </a:extLst>
            </p:cNvPr>
            <p:cNvSpPr txBox="1"/>
            <p:nvPr/>
          </p:nvSpPr>
          <p:spPr>
            <a:xfrm>
              <a:off x="7918546" y="3858147"/>
              <a:ext cx="2118360" cy="523220"/>
            </a:xfrm>
            <a:prstGeom prst="rect">
              <a:avLst/>
            </a:prstGeom>
            <a:solidFill>
              <a:srgbClr val="9DB2B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Circuit</a:t>
              </a:r>
            </a:p>
          </p:txBody>
        </p:sp>
        <p:pic>
          <p:nvPicPr>
            <p:cNvPr id="20" name="Graphic 19" descr="Processor outline">
              <a:extLst>
                <a:ext uri="{FF2B5EF4-FFF2-40B4-BE49-F238E27FC236}">
                  <a16:creationId xmlns:a16="http://schemas.microsoft.com/office/drawing/2014/main" id="{35F91F1E-5985-9E7F-5D8D-B6CD68B5F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20526" y="3022272"/>
              <a:ext cx="914400" cy="9144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BF7F9AC-6D5C-530E-B4BD-9919F240E612}"/>
              </a:ext>
            </a:extLst>
          </p:cNvPr>
          <p:cNvGrpSpPr/>
          <p:nvPr/>
        </p:nvGrpSpPr>
        <p:grpSpPr>
          <a:xfrm>
            <a:off x="4922519" y="686456"/>
            <a:ext cx="2346961" cy="2316480"/>
            <a:chOff x="4922519" y="686456"/>
            <a:chExt cx="2346961" cy="231648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EA89017-FC78-9555-D0F1-FD6D1723735D}"/>
                </a:ext>
              </a:extLst>
            </p:cNvPr>
            <p:cNvSpPr/>
            <p:nvPr/>
          </p:nvSpPr>
          <p:spPr>
            <a:xfrm>
              <a:off x="4922519" y="686456"/>
              <a:ext cx="2346961" cy="2316480"/>
            </a:xfrm>
            <a:prstGeom prst="roundRect">
              <a:avLst/>
            </a:prstGeom>
            <a:solidFill>
              <a:srgbClr val="344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DF40240-0AE7-BCDC-3C0D-7BC0A69012FE}"/>
                </a:ext>
              </a:extLst>
            </p:cNvPr>
            <p:cNvSpPr txBox="1"/>
            <p:nvPr/>
          </p:nvSpPr>
          <p:spPr>
            <a:xfrm>
              <a:off x="5333999" y="1969028"/>
              <a:ext cx="1524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Coding</a:t>
              </a:r>
              <a:endParaRPr lang="en-US" sz="32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pic>
          <p:nvPicPr>
            <p:cNvPr id="22" name="Graphic 21" descr="Programmer male outline">
              <a:extLst>
                <a:ext uri="{FF2B5EF4-FFF2-40B4-BE49-F238E27FC236}">
                  <a16:creationId xmlns:a16="http://schemas.microsoft.com/office/drawing/2014/main" id="{9C22BE23-399D-6BF4-745A-D2764326C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38799" y="894667"/>
              <a:ext cx="914400" cy="9144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6CFEBB3-50A6-DD93-13C4-F5257C01C0C7}"/>
              </a:ext>
            </a:extLst>
          </p:cNvPr>
          <p:cNvGrpSpPr/>
          <p:nvPr/>
        </p:nvGrpSpPr>
        <p:grpSpPr>
          <a:xfrm>
            <a:off x="4905079" y="3855064"/>
            <a:ext cx="2346961" cy="2316480"/>
            <a:chOff x="4905079" y="3855064"/>
            <a:chExt cx="2346961" cy="231648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F065B28-E319-3682-F345-F2517303C4A3}"/>
                </a:ext>
              </a:extLst>
            </p:cNvPr>
            <p:cNvSpPr/>
            <p:nvPr/>
          </p:nvSpPr>
          <p:spPr>
            <a:xfrm>
              <a:off x="4905079" y="3855064"/>
              <a:ext cx="2346961" cy="2316480"/>
            </a:xfrm>
            <a:prstGeom prst="roundRect">
              <a:avLst/>
            </a:prstGeom>
            <a:solidFill>
              <a:srgbClr val="DDE6E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FD4B60-C6FE-08B1-768D-2E127872BC71}"/>
                </a:ext>
              </a:extLst>
            </p:cNvPr>
            <p:cNvSpPr txBox="1"/>
            <p:nvPr/>
          </p:nvSpPr>
          <p:spPr>
            <a:xfrm>
              <a:off x="5144961" y="4728411"/>
              <a:ext cx="1935480" cy="1200329"/>
            </a:xfrm>
            <a:prstGeom prst="rect">
              <a:avLst/>
            </a:prstGeom>
            <a:solidFill>
              <a:srgbClr val="DDE6E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Coin Detection System</a:t>
              </a:r>
            </a:p>
          </p:txBody>
        </p:sp>
        <p:pic>
          <p:nvPicPr>
            <p:cNvPr id="24" name="Graphic 23" descr="Coins outline">
              <a:extLst>
                <a:ext uri="{FF2B5EF4-FFF2-40B4-BE49-F238E27FC236}">
                  <a16:creationId xmlns:a16="http://schemas.microsoft.com/office/drawing/2014/main" id="{2F714360-8001-366E-3644-5464F3F89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22821" y="3936672"/>
              <a:ext cx="914400" cy="9144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FEB82C5-CF25-7434-4AEB-833197735903}"/>
              </a:ext>
            </a:extLst>
          </p:cNvPr>
          <p:cNvGrpSpPr/>
          <p:nvPr/>
        </p:nvGrpSpPr>
        <p:grpSpPr>
          <a:xfrm>
            <a:off x="1891612" y="2514272"/>
            <a:ext cx="2346961" cy="2316480"/>
            <a:chOff x="1891612" y="2514272"/>
            <a:chExt cx="2346961" cy="231648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24FB489-5045-3071-FC67-966DC8F8C241}"/>
                </a:ext>
              </a:extLst>
            </p:cNvPr>
            <p:cNvSpPr/>
            <p:nvPr/>
          </p:nvSpPr>
          <p:spPr>
            <a:xfrm>
              <a:off x="1891612" y="2514272"/>
              <a:ext cx="2346961" cy="2316480"/>
            </a:xfrm>
            <a:prstGeom prst="roundRect">
              <a:avLst/>
            </a:prstGeom>
            <a:solidFill>
              <a:srgbClr val="526D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9B2050-03AA-2F64-3CD9-B0652F093D37}"/>
                </a:ext>
              </a:extLst>
            </p:cNvPr>
            <p:cNvSpPr txBox="1"/>
            <p:nvPr/>
          </p:nvSpPr>
          <p:spPr>
            <a:xfrm>
              <a:off x="2264993" y="3595984"/>
              <a:ext cx="16002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3D Design</a:t>
              </a:r>
            </a:p>
          </p:txBody>
        </p:sp>
        <p:pic>
          <p:nvPicPr>
            <p:cNvPr id="26" name="Graphic 25" descr="Cube with solid fill">
              <a:extLst>
                <a:ext uri="{FF2B5EF4-FFF2-40B4-BE49-F238E27FC236}">
                  <a16:creationId xmlns:a16="http://schemas.microsoft.com/office/drawing/2014/main" id="{DEDEBA38-E47F-042E-3425-E553B26A1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625333" y="269682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6455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E90AB4D-9EAC-554C-046A-D01EA41DEA33}"/>
              </a:ext>
            </a:extLst>
          </p:cNvPr>
          <p:cNvSpPr/>
          <p:nvPr/>
        </p:nvSpPr>
        <p:spPr>
          <a:xfrm>
            <a:off x="-4177102" y="1455241"/>
            <a:ext cx="1714084" cy="1605655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124A2-6782-0E5C-6C9D-A35492FBC46D}"/>
              </a:ext>
            </a:extLst>
          </p:cNvPr>
          <p:cNvSpPr/>
          <p:nvPr/>
        </p:nvSpPr>
        <p:spPr>
          <a:xfrm>
            <a:off x="13800406" y="-874136"/>
            <a:ext cx="9113520" cy="9621617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30563-B23D-C16D-E47A-9E04C57F97B7}"/>
              </a:ext>
            </a:extLst>
          </p:cNvPr>
          <p:cNvSpPr txBox="1"/>
          <p:nvPr/>
        </p:nvSpPr>
        <p:spPr>
          <a:xfrm>
            <a:off x="0" y="-3461825"/>
            <a:ext cx="5471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065B28-E319-3682-F345-F2517303C4A3}"/>
              </a:ext>
            </a:extLst>
          </p:cNvPr>
          <p:cNvSpPr/>
          <p:nvPr/>
        </p:nvSpPr>
        <p:spPr>
          <a:xfrm>
            <a:off x="12238670" y="6843140"/>
            <a:ext cx="2346961" cy="2316480"/>
          </a:xfrm>
          <a:prstGeom prst="roundRect">
            <a:avLst/>
          </a:prstGeom>
          <a:solidFill>
            <a:srgbClr val="DDE6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A1ED3E-0169-58F5-7457-EA60C27F4241}"/>
              </a:ext>
            </a:extLst>
          </p:cNvPr>
          <p:cNvSpPr txBox="1"/>
          <p:nvPr/>
        </p:nvSpPr>
        <p:spPr>
          <a:xfrm>
            <a:off x="509984" y="-1197302"/>
            <a:ext cx="4143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pic>
        <p:nvPicPr>
          <p:cNvPr id="18" name="Graphic 17" descr="Internet Of Things with solid fill">
            <a:extLst>
              <a:ext uri="{FF2B5EF4-FFF2-40B4-BE49-F238E27FC236}">
                <a16:creationId xmlns:a16="http://schemas.microsoft.com/office/drawing/2014/main" id="{2554049B-F20C-6FC8-44AE-B29DD17A2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20" y="5928740"/>
            <a:ext cx="914400" cy="9144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D818A9A-A7C8-840E-001F-18F864A9BD33}"/>
              </a:ext>
            </a:extLst>
          </p:cNvPr>
          <p:cNvGrpSpPr/>
          <p:nvPr/>
        </p:nvGrpSpPr>
        <p:grpSpPr>
          <a:xfrm>
            <a:off x="13800406" y="2696824"/>
            <a:ext cx="2346961" cy="2316480"/>
            <a:chOff x="7773472" y="2696824"/>
            <a:chExt cx="2346961" cy="231648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69CADBB-1A1A-578A-CCA5-0C1202D00492}"/>
                </a:ext>
              </a:extLst>
            </p:cNvPr>
            <p:cNvSpPr/>
            <p:nvPr/>
          </p:nvSpPr>
          <p:spPr>
            <a:xfrm>
              <a:off x="7773472" y="2696824"/>
              <a:ext cx="2346961" cy="2316480"/>
            </a:xfrm>
            <a:prstGeom prst="roundRect">
              <a:avLst/>
            </a:prstGeom>
            <a:solidFill>
              <a:srgbClr val="9DB2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91EEDA-FAE0-6A8C-A9A9-448C7848F4D3}"/>
                </a:ext>
              </a:extLst>
            </p:cNvPr>
            <p:cNvSpPr txBox="1"/>
            <p:nvPr/>
          </p:nvSpPr>
          <p:spPr>
            <a:xfrm>
              <a:off x="7918546" y="3858147"/>
              <a:ext cx="2118360" cy="523220"/>
            </a:xfrm>
            <a:prstGeom prst="rect">
              <a:avLst/>
            </a:prstGeom>
            <a:solidFill>
              <a:srgbClr val="9DB2B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Circuit</a:t>
              </a:r>
            </a:p>
          </p:txBody>
        </p:sp>
        <p:pic>
          <p:nvPicPr>
            <p:cNvPr id="20" name="Graphic 19" descr="Processor outline">
              <a:extLst>
                <a:ext uri="{FF2B5EF4-FFF2-40B4-BE49-F238E27FC236}">
                  <a16:creationId xmlns:a16="http://schemas.microsoft.com/office/drawing/2014/main" id="{35F91F1E-5985-9E7F-5D8D-B6CD68B5F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20526" y="3022272"/>
              <a:ext cx="914400" cy="9144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DB22B2C-068B-DF15-A393-65E000DD0FBA}"/>
              </a:ext>
            </a:extLst>
          </p:cNvPr>
          <p:cNvGrpSpPr/>
          <p:nvPr/>
        </p:nvGrpSpPr>
        <p:grpSpPr>
          <a:xfrm>
            <a:off x="6364972" y="-3198416"/>
            <a:ext cx="2346961" cy="2316480"/>
            <a:chOff x="6364972" y="-3198416"/>
            <a:chExt cx="2346961" cy="231648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EA89017-FC78-9555-D0F1-FD6D1723735D}"/>
                </a:ext>
              </a:extLst>
            </p:cNvPr>
            <p:cNvSpPr/>
            <p:nvPr/>
          </p:nvSpPr>
          <p:spPr>
            <a:xfrm>
              <a:off x="6364972" y="-3198416"/>
              <a:ext cx="2346961" cy="2316480"/>
            </a:xfrm>
            <a:prstGeom prst="roundRect">
              <a:avLst/>
            </a:prstGeom>
            <a:solidFill>
              <a:srgbClr val="344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DF40240-0AE7-BCDC-3C0D-7BC0A69012FE}"/>
                </a:ext>
              </a:extLst>
            </p:cNvPr>
            <p:cNvSpPr txBox="1"/>
            <p:nvPr/>
          </p:nvSpPr>
          <p:spPr>
            <a:xfrm>
              <a:off x="6776452" y="-1915844"/>
              <a:ext cx="1524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Coding</a:t>
              </a:r>
              <a:endParaRPr lang="en-US" sz="32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pic>
          <p:nvPicPr>
            <p:cNvPr id="22" name="Graphic 21" descr="Programmer male outline">
              <a:extLst>
                <a:ext uri="{FF2B5EF4-FFF2-40B4-BE49-F238E27FC236}">
                  <a16:creationId xmlns:a16="http://schemas.microsoft.com/office/drawing/2014/main" id="{9C22BE23-399D-6BF4-745A-D2764326C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081252" y="-2990205"/>
              <a:ext cx="914400" cy="9144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43572D-ADEF-2DAF-DF67-64DB429954BB}"/>
              </a:ext>
            </a:extLst>
          </p:cNvPr>
          <p:cNvGrpSpPr/>
          <p:nvPr/>
        </p:nvGrpSpPr>
        <p:grpSpPr>
          <a:xfrm>
            <a:off x="12477091" y="7020206"/>
            <a:ext cx="1935480" cy="1992068"/>
            <a:chOff x="5144961" y="3936672"/>
            <a:chExt cx="1935480" cy="199206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FD4B60-C6FE-08B1-768D-2E127872BC71}"/>
                </a:ext>
              </a:extLst>
            </p:cNvPr>
            <p:cNvSpPr txBox="1"/>
            <p:nvPr/>
          </p:nvSpPr>
          <p:spPr>
            <a:xfrm>
              <a:off x="5144961" y="4728411"/>
              <a:ext cx="1935480" cy="1200329"/>
            </a:xfrm>
            <a:prstGeom prst="rect">
              <a:avLst/>
            </a:prstGeom>
            <a:solidFill>
              <a:srgbClr val="DDE6E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Coin Detection System</a:t>
              </a:r>
            </a:p>
          </p:txBody>
        </p:sp>
        <p:pic>
          <p:nvPicPr>
            <p:cNvPr id="24" name="Graphic 23" descr="Coins outline">
              <a:extLst>
                <a:ext uri="{FF2B5EF4-FFF2-40B4-BE49-F238E27FC236}">
                  <a16:creationId xmlns:a16="http://schemas.microsoft.com/office/drawing/2014/main" id="{2F714360-8001-366E-3644-5464F3F89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22821" y="3936672"/>
              <a:ext cx="914400" cy="914400"/>
            </a:xfrm>
            <a:prstGeom prst="rect">
              <a:avLst/>
            </a:prstGeom>
          </p:spPr>
        </p:pic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E3CDD33-F518-63B8-3B18-4C22AB3CE0BF}"/>
              </a:ext>
            </a:extLst>
          </p:cNvPr>
          <p:cNvSpPr/>
          <p:nvPr/>
        </p:nvSpPr>
        <p:spPr>
          <a:xfrm>
            <a:off x="806987" y="857368"/>
            <a:ext cx="10578025" cy="5294132"/>
          </a:xfrm>
          <a:prstGeom prst="roundRect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EAE5C9-474F-65E2-3585-D175151294F2}"/>
              </a:ext>
            </a:extLst>
          </p:cNvPr>
          <p:cNvGrpSpPr/>
          <p:nvPr/>
        </p:nvGrpSpPr>
        <p:grpSpPr>
          <a:xfrm>
            <a:off x="234805" y="167144"/>
            <a:ext cx="2346961" cy="2316480"/>
            <a:chOff x="1891612" y="2514272"/>
            <a:chExt cx="2346961" cy="231648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24FB489-5045-3071-FC67-966DC8F8C241}"/>
                </a:ext>
              </a:extLst>
            </p:cNvPr>
            <p:cNvSpPr/>
            <p:nvPr/>
          </p:nvSpPr>
          <p:spPr>
            <a:xfrm>
              <a:off x="1891612" y="2514272"/>
              <a:ext cx="2346961" cy="2316480"/>
            </a:xfrm>
            <a:prstGeom prst="roundRect">
              <a:avLst/>
            </a:prstGeom>
            <a:solidFill>
              <a:srgbClr val="526D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9B2050-03AA-2F64-3CD9-B0652F093D37}"/>
                </a:ext>
              </a:extLst>
            </p:cNvPr>
            <p:cNvSpPr txBox="1"/>
            <p:nvPr/>
          </p:nvSpPr>
          <p:spPr>
            <a:xfrm>
              <a:off x="2264993" y="3595984"/>
              <a:ext cx="16002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3D Design</a:t>
              </a:r>
            </a:p>
          </p:txBody>
        </p:sp>
        <p:pic>
          <p:nvPicPr>
            <p:cNvPr id="26" name="Graphic 25" descr="Cube with solid fill">
              <a:extLst>
                <a:ext uri="{FF2B5EF4-FFF2-40B4-BE49-F238E27FC236}">
                  <a16:creationId xmlns:a16="http://schemas.microsoft.com/office/drawing/2014/main" id="{DEDEBA38-E47F-042E-3425-E553B26A1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625333" y="269682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1833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E90AB4D-9EAC-554C-046A-D01EA41DEA33}"/>
              </a:ext>
            </a:extLst>
          </p:cNvPr>
          <p:cNvSpPr/>
          <p:nvPr/>
        </p:nvSpPr>
        <p:spPr>
          <a:xfrm>
            <a:off x="-4177102" y="1455241"/>
            <a:ext cx="1714084" cy="1605655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124A2-6782-0E5C-6C9D-A35492FBC46D}"/>
              </a:ext>
            </a:extLst>
          </p:cNvPr>
          <p:cNvSpPr/>
          <p:nvPr/>
        </p:nvSpPr>
        <p:spPr>
          <a:xfrm>
            <a:off x="13800406" y="-874136"/>
            <a:ext cx="9113520" cy="9621617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30563-B23D-C16D-E47A-9E04C57F97B7}"/>
              </a:ext>
            </a:extLst>
          </p:cNvPr>
          <p:cNvSpPr txBox="1"/>
          <p:nvPr/>
        </p:nvSpPr>
        <p:spPr>
          <a:xfrm>
            <a:off x="0" y="-3461825"/>
            <a:ext cx="5471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065B28-E319-3682-F345-F2517303C4A3}"/>
              </a:ext>
            </a:extLst>
          </p:cNvPr>
          <p:cNvSpPr/>
          <p:nvPr/>
        </p:nvSpPr>
        <p:spPr>
          <a:xfrm>
            <a:off x="12238670" y="6843140"/>
            <a:ext cx="2346961" cy="2316480"/>
          </a:xfrm>
          <a:prstGeom prst="roundRect">
            <a:avLst/>
          </a:prstGeom>
          <a:solidFill>
            <a:srgbClr val="DDE6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A1ED3E-0169-58F5-7457-EA60C27F4241}"/>
              </a:ext>
            </a:extLst>
          </p:cNvPr>
          <p:cNvSpPr txBox="1"/>
          <p:nvPr/>
        </p:nvSpPr>
        <p:spPr>
          <a:xfrm>
            <a:off x="509984" y="-1197302"/>
            <a:ext cx="4143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pic>
        <p:nvPicPr>
          <p:cNvPr id="18" name="Graphic 17" descr="Internet Of Things with solid fill">
            <a:extLst>
              <a:ext uri="{FF2B5EF4-FFF2-40B4-BE49-F238E27FC236}">
                <a16:creationId xmlns:a16="http://schemas.microsoft.com/office/drawing/2014/main" id="{2554049B-F20C-6FC8-44AE-B29DD17A2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20" y="5928740"/>
            <a:ext cx="914400" cy="9144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D818A9A-A7C8-840E-001F-18F864A9BD33}"/>
              </a:ext>
            </a:extLst>
          </p:cNvPr>
          <p:cNvGrpSpPr/>
          <p:nvPr/>
        </p:nvGrpSpPr>
        <p:grpSpPr>
          <a:xfrm>
            <a:off x="13800406" y="2696824"/>
            <a:ext cx="2346961" cy="2316480"/>
            <a:chOff x="7773472" y="2696824"/>
            <a:chExt cx="2346961" cy="231648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69CADBB-1A1A-578A-CCA5-0C1202D00492}"/>
                </a:ext>
              </a:extLst>
            </p:cNvPr>
            <p:cNvSpPr/>
            <p:nvPr/>
          </p:nvSpPr>
          <p:spPr>
            <a:xfrm>
              <a:off x="7773472" y="2696824"/>
              <a:ext cx="2346961" cy="2316480"/>
            </a:xfrm>
            <a:prstGeom prst="roundRect">
              <a:avLst/>
            </a:prstGeom>
            <a:solidFill>
              <a:srgbClr val="9DB2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91EEDA-FAE0-6A8C-A9A9-448C7848F4D3}"/>
                </a:ext>
              </a:extLst>
            </p:cNvPr>
            <p:cNvSpPr txBox="1"/>
            <p:nvPr/>
          </p:nvSpPr>
          <p:spPr>
            <a:xfrm>
              <a:off x="7918546" y="3858147"/>
              <a:ext cx="2118360" cy="523220"/>
            </a:xfrm>
            <a:prstGeom prst="rect">
              <a:avLst/>
            </a:prstGeom>
            <a:solidFill>
              <a:srgbClr val="9DB2B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Circuit</a:t>
              </a:r>
            </a:p>
          </p:txBody>
        </p:sp>
        <p:pic>
          <p:nvPicPr>
            <p:cNvPr id="20" name="Graphic 19" descr="Processor outline">
              <a:extLst>
                <a:ext uri="{FF2B5EF4-FFF2-40B4-BE49-F238E27FC236}">
                  <a16:creationId xmlns:a16="http://schemas.microsoft.com/office/drawing/2014/main" id="{35F91F1E-5985-9E7F-5D8D-B6CD68B5F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20526" y="3022272"/>
              <a:ext cx="914400" cy="9144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DB22B2C-068B-DF15-A393-65E000DD0FBA}"/>
              </a:ext>
            </a:extLst>
          </p:cNvPr>
          <p:cNvGrpSpPr/>
          <p:nvPr/>
        </p:nvGrpSpPr>
        <p:grpSpPr>
          <a:xfrm>
            <a:off x="6364972" y="-3198416"/>
            <a:ext cx="2346961" cy="2316480"/>
            <a:chOff x="6364972" y="-3198416"/>
            <a:chExt cx="2346961" cy="231648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EA89017-FC78-9555-D0F1-FD6D1723735D}"/>
                </a:ext>
              </a:extLst>
            </p:cNvPr>
            <p:cNvSpPr/>
            <p:nvPr/>
          </p:nvSpPr>
          <p:spPr>
            <a:xfrm>
              <a:off x="6364972" y="-3198416"/>
              <a:ext cx="2346961" cy="2316480"/>
            </a:xfrm>
            <a:prstGeom prst="roundRect">
              <a:avLst/>
            </a:prstGeom>
            <a:solidFill>
              <a:srgbClr val="344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DF40240-0AE7-BCDC-3C0D-7BC0A69012FE}"/>
                </a:ext>
              </a:extLst>
            </p:cNvPr>
            <p:cNvSpPr txBox="1"/>
            <p:nvPr/>
          </p:nvSpPr>
          <p:spPr>
            <a:xfrm>
              <a:off x="6776452" y="-1915844"/>
              <a:ext cx="1524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Coding</a:t>
              </a:r>
              <a:endParaRPr lang="en-US" sz="32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pic>
          <p:nvPicPr>
            <p:cNvPr id="22" name="Graphic 21" descr="Programmer male outline">
              <a:extLst>
                <a:ext uri="{FF2B5EF4-FFF2-40B4-BE49-F238E27FC236}">
                  <a16:creationId xmlns:a16="http://schemas.microsoft.com/office/drawing/2014/main" id="{9C22BE23-399D-6BF4-745A-D2764326C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081252" y="-2990205"/>
              <a:ext cx="914400" cy="9144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43572D-ADEF-2DAF-DF67-64DB429954BB}"/>
              </a:ext>
            </a:extLst>
          </p:cNvPr>
          <p:cNvGrpSpPr/>
          <p:nvPr/>
        </p:nvGrpSpPr>
        <p:grpSpPr>
          <a:xfrm>
            <a:off x="12477091" y="7020206"/>
            <a:ext cx="1935480" cy="1992068"/>
            <a:chOff x="5144961" y="3936672"/>
            <a:chExt cx="1935480" cy="199206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FD4B60-C6FE-08B1-768D-2E127872BC71}"/>
                </a:ext>
              </a:extLst>
            </p:cNvPr>
            <p:cNvSpPr txBox="1"/>
            <p:nvPr/>
          </p:nvSpPr>
          <p:spPr>
            <a:xfrm>
              <a:off x="5144961" y="4728411"/>
              <a:ext cx="1935480" cy="1200329"/>
            </a:xfrm>
            <a:prstGeom prst="rect">
              <a:avLst/>
            </a:prstGeom>
            <a:solidFill>
              <a:srgbClr val="DDE6E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Coin Detection System</a:t>
              </a:r>
            </a:p>
          </p:txBody>
        </p:sp>
        <p:pic>
          <p:nvPicPr>
            <p:cNvPr id="24" name="Graphic 23" descr="Coins outline">
              <a:extLst>
                <a:ext uri="{FF2B5EF4-FFF2-40B4-BE49-F238E27FC236}">
                  <a16:creationId xmlns:a16="http://schemas.microsoft.com/office/drawing/2014/main" id="{2F714360-8001-366E-3644-5464F3F89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22821" y="3936672"/>
              <a:ext cx="914400" cy="914400"/>
            </a:xfrm>
            <a:prstGeom prst="rect">
              <a:avLst/>
            </a:prstGeom>
          </p:spPr>
        </p:pic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E3CDD33-F518-63B8-3B18-4C22AB3CE0BF}"/>
              </a:ext>
            </a:extLst>
          </p:cNvPr>
          <p:cNvSpPr/>
          <p:nvPr/>
        </p:nvSpPr>
        <p:spPr>
          <a:xfrm>
            <a:off x="806987" y="857368"/>
            <a:ext cx="10578025" cy="5294132"/>
          </a:xfrm>
          <a:prstGeom prst="roundRect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EAE5C9-474F-65E2-3585-D175151294F2}"/>
              </a:ext>
            </a:extLst>
          </p:cNvPr>
          <p:cNvGrpSpPr/>
          <p:nvPr/>
        </p:nvGrpSpPr>
        <p:grpSpPr>
          <a:xfrm>
            <a:off x="234805" y="167144"/>
            <a:ext cx="2346961" cy="2316480"/>
            <a:chOff x="1891612" y="2514272"/>
            <a:chExt cx="2346961" cy="231648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24FB489-5045-3071-FC67-966DC8F8C241}"/>
                </a:ext>
              </a:extLst>
            </p:cNvPr>
            <p:cNvSpPr/>
            <p:nvPr/>
          </p:nvSpPr>
          <p:spPr>
            <a:xfrm>
              <a:off x="1891612" y="2514272"/>
              <a:ext cx="2346961" cy="2316480"/>
            </a:xfrm>
            <a:prstGeom prst="roundRect">
              <a:avLst/>
            </a:prstGeom>
            <a:solidFill>
              <a:srgbClr val="526D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9B2050-03AA-2F64-3CD9-B0652F093D37}"/>
                </a:ext>
              </a:extLst>
            </p:cNvPr>
            <p:cNvSpPr txBox="1"/>
            <p:nvPr/>
          </p:nvSpPr>
          <p:spPr>
            <a:xfrm>
              <a:off x="2264993" y="3595984"/>
              <a:ext cx="16002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3D Design</a:t>
              </a:r>
            </a:p>
          </p:txBody>
        </p:sp>
        <p:pic>
          <p:nvPicPr>
            <p:cNvPr id="26" name="Graphic 25" descr="Cube with solid fill">
              <a:extLst>
                <a:ext uri="{FF2B5EF4-FFF2-40B4-BE49-F238E27FC236}">
                  <a16:creationId xmlns:a16="http://schemas.microsoft.com/office/drawing/2014/main" id="{DEDEBA38-E47F-042E-3425-E553B26A1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625333" y="269682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41308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25892C-8460-93CB-9D97-4B8BF67133C0}"/>
              </a:ext>
            </a:extLst>
          </p:cNvPr>
          <p:cNvSpPr/>
          <p:nvPr/>
        </p:nvSpPr>
        <p:spPr>
          <a:xfrm>
            <a:off x="5352264" y="1127621"/>
            <a:ext cx="1452589" cy="1390067"/>
          </a:xfrm>
          <a:prstGeom prst="roundRect">
            <a:avLst/>
          </a:prstGeom>
          <a:solidFill>
            <a:srgbClr val="344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5858DED-D5E4-E7F4-AC5D-D9BD990F7477}"/>
              </a:ext>
            </a:extLst>
          </p:cNvPr>
          <p:cNvSpPr/>
          <p:nvPr/>
        </p:nvSpPr>
        <p:spPr>
          <a:xfrm>
            <a:off x="2496907" y="2976552"/>
            <a:ext cx="1110668" cy="1337067"/>
          </a:xfrm>
          <a:prstGeom prst="roundRect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90AB4D-9EAC-554C-046A-D01EA41DEA33}"/>
              </a:ext>
            </a:extLst>
          </p:cNvPr>
          <p:cNvSpPr/>
          <p:nvPr/>
        </p:nvSpPr>
        <p:spPr>
          <a:xfrm>
            <a:off x="-4177102" y="1455241"/>
            <a:ext cx="1714084" cy="1605655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124A2-6782-0E5C-6C9D-A35492FBC46D}"/>
              </a:ext>
            </a:extLst>
          </p:cNvPr>
          <p:cNvSpPr/>
          <p:nvPr/>
        </p:nvSpPr>
        <p:spPr>
          <a:xfrm>
            <a:off x="13800406" y="-874136"/>
            <a:ext cx="9113520" cy="9621617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30563-B23D-C16D-E47A-9E04C57F97B7}"/>
              </a:ext>
            </a:extLst>
          </p:cNvPr>
          <p:cNvSpPr txBox="1"/>
          <p:nvPr/>
        </p:nvSpPr>
        <p:spPr>
          <a:xfrm>
            <a:off x="0" y="-3461825"/>
            <a:ext cx="5471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A1ED3E-0169-58F5-7457-EA60C27F4241}"/>
              </a:ext>
            </a:extLst>
          </p:cNvPr>
          <p:cNvSpPr txBox="1"/>
          <p:nvPr/>
        </p:nvSpPr>
        <p:spPr>
          <a:xfrm>
            <a:off x="436981" y="363290"/>
            <a:ext cx="4143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pic>
        <p:nvPicPr>
          <p:cNvPr id="18" name="Graphic 17" descr="Internet Of Things with solid fill">
            <a:extLst>
              <a:ext uri="{FF2B5EF4-FFF2-40B4-BE49-F238E27FC236}">
                <a16:creationId xmlns:a16="http://schemas.microsoft.com/office/drawing/2014/main" id="{2554049B-F20C-6FC8-44AE-B29DD17A2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20" y="5928740"/>
            <a:ext cx="914400" cy="9144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5D4A0094-17BA-3961-3FE3-C85ABD6BC5D9}"/>
              </a:ext>
            </a:extLst>
          </p:cNvPr>
          <p:cNvGrpSpPr/>
          <p:nvPr/>
        </p:nvGrpSpPr>
        <p:grpSpPr>
          <a:xfrm>
            <a:off x="7741138" y="2696824"/>
            <a:ext cx="2346961" cy="2316480"/>
            <a:chOff x="7741138" y="2696824"/>
            <a:chExt cx="2346961" cy="231648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69CADBB-1A1A-578A-CCA5-0C1202D00492}"/>
                </a:ext>
              </a:extLst>
            </p:cNvPr>
            <p:cNvSpPr/>
            <p:nvPr/>
          </p:nvSpPr>
          <p:spPr>
            <a:xfrm>
              <a:off x="7741138" y="2696824"/>
              <a:ext cx="2346961" cy="2316480"/>
            </a:xfrm>
            <a:prstGeom prst="roundRect">
              <a:avLst/>
            </a:prstGeom>
            <a:solidFill>
              <a:srgbClr val="9DB2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91EEDA-FAE0-6A8C-A9A9-448C7848F4D3}"/>
                </a:ext>
              </a:extLst>
            </p:cNvPr>
            <p:cNvSpPr txBox="1"/>
            <p:nvPr/>
          </p:nvSpPr>
          <p:spPr>
            <a:xfrm>
              <a:off x="7918546" y="3858147"/>
              <a:ext cx="2118360" cy="523220"/>
            </a:xfrm>
            <a:prstGeom prst="rect">
              <a:avLst/>
            </a:prstGeom>
            <a:solidFill>
              <a:srgbClr val="9DB2B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Circuit</a:t>
              </a:r>
            </a:p>
          </p:txBody>
        </p:sp>
        <p:pic>
          <p:nvPicPr>
            <p:cNvPr id="20" name="Graphic 19" descr="Processor outline">
              <a:extLst>
                <a:ext uri="{FF2B5EF4-FFF2-40B4-BE49-F238E27FC236}">
                  <a16:creationId xmlns:a16="http://schemas.microsoft.com/office/drawing/2014/main" id="{35F91F1E-5985-9E7F-5D8D-B6CD68B5F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20526" y="3022272"/>
              <a:ext cx="914400" cy="9144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BF7F9AC-6D5C-530E-B4BD-9919F240E612}"/>
              </a:ext>
            </a:extLst>
          </p:cNvPr>
          <p:cNvGrpSpPr/>
          <p:nvPr/>
        </p:nvGrpSpPr>
        <p:grpSpPr>
          <a:xfrm>
            <a:off x="4922519" y="686456"/>
            <a:ext cx="2346961" cy="2316480"/>
            <a:chOff x="4922519" y="686456"/>
            <a:chExt cx="2346961" cy="231648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EA89017-FC78-9555-D0F1-FD6D1723735D}"/>
                </a:ext>
              </a:extLst>
            </p:cNvPr>
            <p:cNvSpPr/>
            <p:nvPr/>
          </p:nvSpPr>
          <p:spPr>
            <a:xfrm>
              <a:off x="4922519" y="686456"/>
              <a:ext cx="2346961" cy="2316480"/>
            </a:xfrm>
            <a:prstGeom prst="roundRect">
              <a:avLst/>
            </a:prstGeom>
            <a:solidFill>
              <a:srgbClr val="344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DF40240-0AE7-BCDC-3C0D-7BC0A69012FE}"/>
                </a:ext>
              </a:extLst>
            </p:cNvPr>
            <p:cNvSpPr txBox="1"/>
            <p:nvPr/>
          </p:nvSpPr>
          <p:spPr>
            <a:xfrm>
              <a:off x="5333999" y="1969028"/>
              <a:ext cx="1524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Coding</a:t>
              </a:r>
              <a:endParaRPr lang="en-US" sz="32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pic>
          <p:nvPicPr>
            <p:cNvPr id="22" name="Graphic 21" descr="Programmer male outline">
              <a:extLst>
                <a:ext uri="{FF2B5EF4-FFF2-40B4-BE49-F238E27FC236}">
                  <a16:creationId xmlns:a16="http://schemas.microsoft.com/office/drawing/2014/main" id="{9C22BE23-399D-6BF4-745A-D2764326C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38799" y="894667"/>
              <a:ext cx="914400" cy="914400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6D4C500-0600-D6C2-D745-C8C2E8B32528}"/>
              </a:ext>
            </a:extLst>
          </p:cNvPr>
          <p:cNvGrpSpPr/>
          <p:nvPr/>
        </p:nvGrpSpPr>
        <p:grpSpPr>
          <a:xfrm>
            <a:off x="4905079" y="3855064"/>
            <a:ext cx="2346961" cy="2316480"/>
            <a:chOff x="4905079" y="3855064"/>
            <a:chExt cx="2346961" cy="231648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F065B28-E319-3682-F345-F2517303C4A3}"/>
                </a:ext>
              </a:extLst>
            </p:cNvPr>
            <p:cNvSpPr/>
            <p:nvPr/>
          </p:nvSpPr>
          <p:spPr>
            <a:xfrm>
              <a:off x="4905079" y="3855064"/>
              <a:ext cx="2346961" cy="2316480"/>
            </a:xfrm>
            <a:prstGeom prst="roundRect">
              <a:avLst/>
            </a:prstGeom>
            <a:solidFill>
              <a:srgbClr val="DDE6E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FD4B60-C6FE-08B1-768D-2E127872BC71}"/>
                </a:ext>
              </a:extLst>
            </p:cNvPr>
            <p:cNvSpPr txBox="1"/>
            <p:nvPr/>
          </p:nvSpPr>
          <p:spPr>
            <a:xfrm>
              <a:off x="5144961" y="4728411"/>
              <a:ext cx="1935480" cy="1200329"/>
            </a:xfrm>
            <a:prstGeom prst="rect">
              <a:avLst/>
            </a:prstGeom>
            <a:solidFill>
              <a:srgbClr val="DDE6E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Coin Detection System</a:t>
              </a:r>
            </a:p>
          </p:txBody>
        </p:sp>
        <p:pic>
          <p:nvPicPr>
            <p:cNvPr id="24" name="Graphic 23" descr="Coins outline">
              <a:extLst>
                <a:ext uri="{FF2B5EF4-FFF2-40B4-BE49-F238E27FC236}">
                  <a16:creationId xmlns:a16="http://schemas.microsoft.com/office/drawing/2014/main" id="{2F714360-8001-366E-3644-5464F3F89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22821" y="3936672"/>
              <a:ext cx="914400" cy="9144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FEB82C5-CF25-7434-4AEB-833197735903}"/>
              </a:ext>
            </a:extLst>
          </p:cNvPr>
          <p:cNvGrpSpPr/>
          <p:nvPr/>
        </p:nvGrpSpPr>
        <p:grpSpPr>
          <a:xfrm>
            <a:off x="1891612" y="2514272"/>
            <a:ext cx="2346961" cy="2316480"/>
            <a:chOff x="1891612" y="2514272"/>
            <a:chExt cx="2346961" cy="231648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24FB489-5045-3071-FC67-966DC8F8C241}"/>
                </a:ext>
              </a:extLst>
            </p:cNvPr>
            <p:cNvSpPr/>
            <p:nvPr/>
          </p:nvSpPr>
          <p:spPr>
            <a:xfrm>
              <a:off x="1891612" y="2514272"/>
              <a:ext cx="2346961" cy="2316480"/>
            </a:xfrm>
            <a:prstGeom prst="roundRect">
              <a:avLst/>
            </a:prstGeom>
            <a:solidFill>
              <a:srgbClr val="526D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9B2050-03AA-2F64-3CD9-B0652F093D37}"/>
                </a:ext>
              </a:extLst>
            </p:cNvPr>
            <p:cNvSpPr txBox="1"/>
            <p:nvPr/>
          </p:nvSpPr>
          <p:spPr>
            <a:xfrm>
              <a:off x="2264993" y="3595984"/>
              <a:ext cx="16002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3D Design</a:t>
              </a:r>
            </a:p>
          </p:txBody>
        </p:sp>
        <p:pic>
          <p:nvPicPr>
            <p:cNvPr id="26" name="Graphic 25" descr="Cube with solid fill">
              <a:extLst>
                <a:ext uri="{FF2B5EF4-FFF2-40B4-BE49-F238E27FC236}">
                  <a16:creationId xmlns:a16="http://schemas.microsoft.com/office/drawing/2014/main" id="{DEDEBA38-E47F-042E-3425-E553B26A1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625333" y="269682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04079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C4920ED-D921-8CCB-8711-F3C328D99243}"/>
              </a:ext>
            </a:extLst>
          </p:cNvPr>
          <p:cNvSpPr/>
          <p:nvPr/>
        </p:nvSpPr>
        <p:spPr>
          <a:xfrm>
            <a:off x="812404" y="1102181"/>
            <a:ext cx="10883875" cy="4940565"/>
          </a:xfrm>
          <a:prstGeom prst="roundRect">
            <a:avLst/>
          </a:prstGeom>
          <a:solidFill>
            <a:srgbClr val="344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5858DED-D5E4-E7F4-AC5D-D9BD990F7477}"/>
              </a:ext>
            </a:extLst>
          </p:cNvPr>
          <p:cNvSpPr/>
          <p:nvPr/>
        </p:nvSpPr>
        <p:spPr>
          <a:xfrm>
            <a:off x="-2368160" y="-900297"/>
            <a:ext cx="1110668" cy="1337067"/>
          </a:xfrm>
          <a:prstGeom prst="roundRect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90AB4D-9EAC-554C-046A-D01EA41DEA33}"/>
              </a:ext>
            </a:extLst>
          </p:cNvPr>
          <p:cNvSpPr/>
          <p:nvPr/>
        </p:nvSpPr>
        <p:spPr>
          <a:xfrm>
            <a:off x="-4177102" y="1455241"/>
            <a:ext cx="1714084" cy="1605655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124A2-6782-0E5C-6C9D-A35492FBC46D}"/>
              </a:ext>
            </a:extLst>
          </p:cNvPr>
          <p:cNvSpPr/>
          <p:nvPr/>
        </p:nvSpPr>
        <p:spPr>
          <a:xfrm>
            <a:off x="13800406" y="-874136"/>
            <a:ext cx="9113520" cy="9621617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30563-B23D-C16D-E47A-9E04C57F97B7}"/>
              </a:ext>
            </a:extLst>
          </p:cNvPr>
          <p:cNvSpPr txBox="1"/>
          <p:nvPr/>
        </p:nvSpPr>
        <p:spPr>
          <a:xfrm>
            <a:off x="0" y="-3461825"/>
            <a:ext cx="5471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A1ED3E-0169-58F5-7457-EA60C27F4241}"/>
              </a:ext>
            </a:extLst>
          </p:cNvPr>
          <p:cNvSpPr txBox="1"/>
          <p:nvPr/>
        </p:nvSpPr>
        <p:spPr>
          <a:xfrm>
            <a:off x="315061" y="-1653296"/>
            <a:ext cx="4143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pic>
        <p:nvPicPr>
          <p:cNvPr id="18" name="Graphic 17" descr="Internet Of Things with solid fill">
            <a:extLst>
              <a:ext uri="{FF2B5EF4-FFF2-40B4-BE49-F238E27FC236}">
                <a16:creationId xmlns:a16="http://schemas.microsoft.com/office/drawing/2014/main" id="{2554049B-F20C-6FC8-44AE-B29DD17A2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20" y="5928740"/>
            <a:ext cx="914400" cy="9144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CD41C7C-771F-2642-E903-2FEF34AD9E30}"/>
              </a:ext>
            </a:extLst>
          </p:cNvPr>
          <p:cNvGrpSpPr/>
          <p:nvPr/>
        </p:nvGrpSpPr>
        <p:grpSpPr>
          <a:xfrm>
            <a:off x="12929790" y="4069460"/>
            <a:ext cx="2346961" cy="2316480"/>
            <a:chOff x="7773472" y="2696824"/>
            <a:chExt cx="2346961" cy="231648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69CADBB-1A1A-578A-CCA5-0C1202D00492}"/>
                </a:ext>
              </a:extLst>
            </p:cNvPr>
            <p:cNvSpPr/>
            <p:nvPr/>
          </p:nvSpPr>
          <p:spPr>
            <a:xfrm>
              <a:off x="7773472" y="2696824"/>
              <a:ext cx="2346961" cy="2316480"/>
            </a:xfrm>
            <a:prstGeom prst="roundRect">
              <a:avLst/>
            </a:prstGeom>
            <a:solidFill>
              <a:srgbClr val="9DB2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91EEDA-FAE0-6A8C-A9A9-448C7848F4D3}"/>
                </a:ext>
              </a:extLst>
            </p:cNvPr>
            <p:cNvSpPr txBox="1"/>
            <p:nvPr/>
          </p:nvSpPr>
          <p:spPr>
            <a:xfrm>
              <a:off x="7918546" y="3858147"/>
              <a:ext cx="2118360" cy="523220"/>
            </a:xfrm>
            <a:prstGeom prst="rect">
              <a:avLst/>
            </a:prstGeom>
            <a:solidFill>
              <a:srgbClr val="9DB2B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Circuit</a:t>
              </a:r>
            </a:p>
          </p:txBody>
        </p:sp>
        <p:pic>
          <p:nvPicPr>
            <p:cNvPr id="20" name="Graphic 19" descr="Processor outline">
              <a:extLst>
                <a:ext uri="{FF2B5EF4-FFF2-40B4-BE49-F238E27FC236}">
                  <a16:creationId xmlns:a16="http://schemas.microsoft.com/office/drawing/2014/main" id="{35F91F1E-5985-9E7F-5D8D-B6CD68B5F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20526" y="3022272"/>
              <a:ext cx="914400" cy="9144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3E054DC-5766-63E2-67DC-889FE244AE97}"/>
              </a:ext>
            </a:extLst>
          </p:cNvPr>
          <p:cNvGrpSpPr/>
          <p:nvPr/>
        </p:nvGrpSpPr>
        <p:grpSpPr>
          <a:xfrm>
            <a:off x="495720" y="436770"/>
            <a:ext cx="2346961" cy="2316480"/>
            <a:chOff x="4922519" y="686456"/>
            <a:chExt cx="2346961" cy="231648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EA89017-FC78-9555-D0F1-FD6D1723735D}"/>
                </a:ext>
              </a:extLst>
            </p:cNvPr>
            <p:cNvSpPr/>
            <p:nvPr/>
          </p:nvSpPr>
          <p:spPr>
            <a:xfrm>
              <a:off x="4922519" y="686456"/>
              <a:ext cx="2346961" cy="2316480"/>
            </a:xfrm>
            <a:prstGeom prst="roundRect">
              <a:avLst/>
            </a:prstGeom>
            <a:solidFill>
              <a:srgbClr val="344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DF40240-0AE7-BCDC-3C0D-7BC0A69012FE}"/>
                </a:ext>
              </a:extLst>
            </p:cNvPr>
            <p:cNvSpPr txBox="1"/>
            <p:nvPr/>
          </p:nvSpPr>
          <p:spPr>
            <a:xfrm>
              <a:off x="5333999" y="1969028"/>
              <a:ext cx="1524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Coding</a:t>
              </a:r>
              <a:endParaRPr lang="en-US" sz="32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pic>
          <p:nvPicPr>
            <p:cNvPr id="22" name="Graphic 21" descr="Programmer male outline">
              <a:extLst>
                <a:ext uri="{FF2B5EF4-FFF2-40B4-BE49-F238E27FC236}">
                  <a16:creationId xmlns:a16="http://schemas.microsoft.com/office/drawing/2014/main" id="{9C22BE23-399D-6BF4-745A-D2764326C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38799" y="894667"/>
              <a:ext cx="914400" cy="9144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0985058-2B5D-6234-BDAC-E99ED9DED115}"/>
              </a:ext>
            </a:extLst>
          </p:cNvPr>
          <p:cNvGrpSpPr/>
          <p:nvPr/>
        </p:nvGrpSpPr>
        <p:grpSpPr>
          <a:xfrm>
            <a:off x="-3320060" y="4244519"/>
            <a:ext cx="2346961" cy="2316480"/>
            <a:chOff x="4905079" y="3855064"/>
            <a:chExt cx="2346961" cy="231648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F065B28-E319-3682-F345-F2517303C4A3}"/>
                </a:ext>
              </a:extLst>
            </p:cNvPr>
            <p:cNvSpPr/>
            <p:nvPr/>
          </p:nvSpPr>
          <p:spPr>
            <a:xfrm>
              <a:off x="4905079" y="3855064"/>
              <a:ext cx="2346961" cy="2316480"/>
            </a:xfrm>
            <a:prstGeom prst="roundRect">
              <a:avLst/>
            </a:prstGeom>
            <a:solidFill>
              <a:srgbClr val="DDE6E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FD4B60-C6FE-08B1-768D-2E127872BC71}"/>
                </a:ext>
              </a:extLst>
            </p:cNvPr>
            <p:cNvSpPr txBox="1"/>
            <p:nvPr/>
          </p:nvSpPr>
          <p:spPr>
            <a:xfrm>
              <a:off x="5144961" y="4728411"/>
              <a:ext cx="1935480" cy="1200329"/>
            </a:xfrm>
            <a:prstGeom prst="rect">
              <a:avLst/>
            </a:prstGeom>
            <a:solidFill>
              <a:srgbClr val="DDE6E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Coin Detection System</a:t>
              </a:r>
            </a:p>
          </p:txBody>
        </p:sp>
        <p:pic>
          <p:nvPicPr>
            <p:cNvPr id="24" name="Graphic 23" descr="Coins outline">
              <a:extLst>
                <a:ext uri="{FF2B5EF4-FFF2-40B4-BE49-F238E27FC236}">
                  <a16:creationId xmlns:a16="http://schemas.microsoft.com/office/drawing/2014/main" id="{2F714360-8001-366E-3644-5464F3F89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22821" y="3936672"/>
              <a:ext cx="914400" cy="914400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8970CB1-4371-905D-9898-E8F0CDC37629}"/>
              </a:ext>
            </a:extLst>
          </p:cNvPr>
          <p:cNvGrpSpPr/>
          <p:nvPr/>
        </p:nvGrpSpPr>
        <p:grpSpPr>
          <a:xfrm>
            <a:off x="-3231073" y="-1653296"/>
            <a:ext cx="2346961" cy="2316480"/>
            <a:chOff x="1891612" y="2514272"/>
            <a:chExt cx="2346961" cy="231648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24FB489-5045-3071-FC67-966DC8F8C241}"/>
                </a:ext>
              </a:extLst>
            </p:cNvPr>
            <p:cNvSpPr/>
            <p:nvPr/>
          </p:nvSpPr>
          <p:spPr>
            <a:xfrm>
              <a:off x="1891612" y="2514272"/>
              <a:ext cx="2346961" cy="2316480"/>
            </a:xfrm>
            <a:prstGeom prst="roundRect">
              <a:avLst/>
            </a:prstGeom>
            <a:solidFill>
              <a:srgbClr val="526D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9B2050-03AA-2F64-3CD9-B0652F093D37}"/>
                </a:ext>
              </a:extLst>
            </p:cNvPr>
            <p:cNvSpPr txBox="1"/>
            <p:nvPr/>
          </p:nvSpPr>
          <p:spPr>
            <a:xfrm>
              <a:off x="2264993" y="3595984"/>
              <a:ext cx="16002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3D Design</a:t>
              </a:r>
            </a:p>
          </p:txBody>
        </p:sp>
        <p:pic>
          <p:nvPicPr>
            <p:cNvPr id="26" name="Graphic 25" descr="Cube with solid fill">
              <a:extLst>
                <a:ext uri="{FF2B5EF4-FFF2-40B4-BE49-F238E27FC236}">
                  <a16:creationId xmlns:a16="http://schemas.microsoft.com/office/drawing/2014/main" id="{DEDEBA38-E47F-042E-3425-E553B26A1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625333" y="269682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1231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C4920ED-D921-8CCB-8711-F3C328D99243}"/>
              </a:ext>
            </a:extLst>
          </p:cNvPr>
          <p:cNvSpPr/>
          <p:nvPr/>
        </p:nvSpPr>
        <p:spPr>
          <a:xfrm>
            <a:off x="812404" y="1102181"/>
            <a:ext cx="10883875" cy="4940565"/>
          </a:xfrm>
          <a:prstGeom prst="roundRect">
            <a:avLst/>
          </a:prstGeom>
          <a:solidFill>
            <a:srgbClr val="344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5858DED-D5E4-E7F4-AC5D-D9BD990F7477}"/>
              </a:ext>
            </a:extLst>
          </p:cNvPr>
          <p:cNvSpPr/>
          <p:nvPr/>
        </p:nvSpPr>
        <p:spPr>
          <a:xfrm>
            <a:off x="-2368160" y="-900297"/>
            <a:ext cx="1110668" cy="1337067"/>
          </a:xfrm>
          <a:prstGeom prst="roundRect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90AB4D-9EAC-554C-046A-D01EA41DEA33}"/>
              </a:ext>
            </a:extLst>
          </p:cNvPr>
          <p:cNvSpPr/>
          <p:nvPr/>
        </p:nvSpPr>
        <p:spPr>
          <a:xfrm>
            <a:off x="-4177102" y="1455241"/>
            <a:ext cx="1714084" cy="1605655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124A2-6782-0E5C-6C9D-A35492FBC46D}"/>
              </a:ext>
            </a:extLst>
          </p:cNvPr>
          <p:cNvSpPr/>
          <p:nvPr/>
        </p:nvSpPr>
        <p:spPr>
          <a:xfrm>
            <a:off x="13800406" y="-874136"/>
            <a:ext cx="9113520" cy="9621617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30563-B23D-C16D-E47A-9E04C57F97B7}"/>
              </a:ext>
            </a:extLst>
          </p:cNvPr>
          <p:cNvSpPr txBox="1"/>
          <p:nvPr/>
        </p:nvSpPr>
        <p:spPr>
          <a:xfrm>
            <a:off x="0" y="-3461825"/>
            <a:ext cx="5471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A1ED3E-0169-58F5-7457-EA60C27F4241}"/>
              </a:ext>
            </a:extLst>
          </p:cNvPr>
          <p:cNvSpPr txBox="1"/>
          <p:nvPr/>
        </p:nvSpPr>
        <p:spPr>
          <a:xfrm>
            <a:off x="315061" y="-1653296"/>
            <a:ext cx="4143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pic>
        <p:nvPicPr>
          <p:cNvPr id="18" name="Graphic 17" descr="Internet Of Things with solid fill">
            <a:extLst>
              <a:ext uri="{FF2B5EF4-FFF2-40B4-BE49-F238E27FC236}">
                <a16:creationId xmlns:a16="http://schemas.microsoft.com/office/drawing/2014/main" id="{2554049B-F20C-6FC8-44AE-B29DD17A2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20" y="5928740"/>
            <a:ext cx="914400" cy="9144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CD41C7C-771F-2642-E903-2FEF34AD9E30}"/>
              </a:ext>
            </a:extLst>
          </p:cNvPr>
          <p:cNvGrpSpPr/>
          <p:nvPr/>
        </p:nvGrpSpPr>
        <p:grpSpPr>
          <a:xfrm>
            <a:off x="12929790" y="4069460"/>
            <a:ext cx="2346961" cy="2316480"/>
            <a:chOff x="7773472" y="2696824"/>
            <a:chExt cx="2346961" cy="231648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69CADBB-1A1A-578A-CCA5-0C1202D00492}"/>
                </a:ext>
              </a:extLst>
            </p:cNvPr>
            <p:cNvSpPr/>
            <p:nvPr/>
          </p:nvSpPr>
          <p:spPr>
            <a:xfrm>
              <a:off x="7773472" y="2696824"/>
              <a:ext cx="2346961" cy="2316480"/>
            </a:xfrm>
            <a:prstGeom prst="roundRect">
              <a:avLst/>
            </a:prstGeom>
            <a:solidFill>
              <a:srgbClr val="9DB2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91EEDA-FAE0-6A8C-A9A9-448C7848F4D3}"/>
                </a:ext>
              </a:extLst>
            </p:cNvPr>
            <p:cNvSpPr txBox="1"/>
            <p:nvPr/>
          </p:nvSpPr>
          <p:spPr>
            <a:xfrm>
              <a:off x="7918546" y="3858147"/>
              <a:ext cx="2118360" cy="523220"/>
            </a:xfrm>
            <a:prstGeom prst="rect">
              <a:avLst/>
            </a:prstGeom>
            <a:solidFill>
              <a:srgbClr val="9DB2B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Circuit</a:t>
              </a:r>
            </a:p>
          </p:txBody>
        </p:sp>
        <p:pic>
          <p:nvPicPr>
            <p:cNvPr id="20" name="Graphic 19" descr="Processor outline">
              <a:extLst>
                <a:ext uri="{FF2B5EF4-FFF2-40B4-BE49-F238E27FC236}">
                  <a16:creationId xmlns:a16="http://schemas.microsoft.com/office/drawing/2014/main" id="{35F91F1E-5985-9E7F-5D8D-B6CD68B5F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20526" y="3022272"/>
              <a:ext cx="914400" cy="9144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3E054DC-5766-63E2-67DC-889FE244AE97}"/>
              </a:ext>
            </a:extLst>
          </p:cNvPr>
          <p:cNvGrpSpPr/>
          <p:nvPr/>
        </p:nvGrpSpPr>
        <p:grpSpPr>
          <a:xfrm>
            <a:off x="495720" y="436770"/>
            <a:ext cx="2346961" cy="2316480"/>
            <a:chOff x="4922519" y="686456"/>
            <a:chExt cx="2346961" cy="231648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EA89017-FC78-9555-D0F1-FD6D1723735D}"/>
                </a:ext>
              </a:extLst>
            </p:cNvPr>
            <p:cNvSpPr/>
            <p:nvPr/>
          </p:nvSpPr>
          <p:spPr>
            <a:xfrm>
              <a:off x="4922519" y="686456"/>
              <a:ext cx="2346961" cy="2316480"/>
            </a:xfrm>
            <a:prstGeom prst="roundRect">
              <a:avLst/>
            </a:prstGeom>
            <a:solidFill>
              <a:srgbClr val="344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DF40240-0AE7-BCDC-3C0D-7BC0A69012FE}"/>
                </a:ext>
              </a:extLst>
            </p:cNvPr>
            <p:cNvSpPr txBox="1"/>
            <p:nvPr/>
          </p:nvSpPr>
          <p:spPr>
            <a:xfrm>
              <a:off x="5333999" y="1969028"/>
              <a:ext cx="1524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Coding</a:t>
              </a:r>
              <a:endParaRPr lang="en-US" sz="32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pic>
          <p:nvPicPr>
            <p:cNvPr id="22" name="Graphic 21" descr="Programmer male outline">
              <a:extLst>
                <a:ext uri="{FF2B5EF4-FFF2-40B4-BE49-F238E27FC236}">
                  <a16:creationId xmlns:a16="http://schemas.microsoft.com/office/drawing/2014/main" id="{9C22BE23-399D-6BF4-745A-D2764326C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38799" y="894667"/>
              <a:ext cx="914400" cy="9144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0985058-2B5D-6234-BDAC-E99ED9DED115}"/>
              </a:ext>
            </a:extLst>
          </p:cNvPr>
          <p:cNvGrpSpPr/>
          <p:nvPr/>
        </p:nvGrpSpPr>
        <p:grpSpPr>
          <a:xfrm>
            <a:off x="-3320060" y="4244519"/>
            <a:ext cx="2346961" cy="2316480"/>
            <a:chOff x="4905079" y="3855064"/>
            <a:chExt cx="2346961" cy="231648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F065B28-E319-3682-F345-F2517303C4A3}"/>
                </a:ext>
              </a:extLst>
            </p:cNvPr>
            <p:cNvSpPr/>
            <p:nvPr/>
          </p:nvSpPr>
          <p:spPr>
            <a:xfrm>
              <a:off x="4905079" y="3855064"/>
              <a:ext cx="2346961" cy="2316480"/>
            </a:xfrm>
            <a:prstGeom prst="roundRect">
              <a:avLst/>
            </a:prstGeom>
            <a:solidFill>
              <a:srgbClr val="DDE6E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FD4B60-C6FE-08B1-768D-2E127872BC71}"/>
                </a:ext>
              </a:extLst>
            </p:cNvPr>
            <p:cNvSpPr txBox="1"/>
            <p:nvPr/>
          </p:nvSpPr>
          <p:spPr>
            <a:xfrm>
              <a:off x="5144961" y="4728411"/>
              <a:ext cx="1935480" cy="1200329"/>
            </a:xfrm>
            <a:prstGeom prst="rect">
              <a:avLst/>
            </a:prstGeom>
            <a:solidFill>
              <a:srgbClr val="DDE6E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Coin Detection System</a:t>
              </a:r>
            </a:p>
          </p:txBody>
        </p:sp>
        <p:pic>
          <p:nvPicPr>
            <p:cNvPr id="24" name="Graphic 23" descr="Coins outline">
              <a:extLst>
                <a:ext uri="{FF2B5EF4-FFF2-40B4-BE49-F238E27FC236}">
                  <a16:creationId xmlns:a16="http://schemas.microsoft.com/office/drawing/2014/main" id="{2F714360-8001-366E-3644-5464F3F89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22821" y="3936672"/>
              <a:ext cx="914400" cy="914400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8970CB1-4371-905D-9898-E8F0CDC37629}"/>
              </a:ext>
            </a:extLst>
          </p:cNvPr>
          <p:cNvGrpSpPr/>
          <p:nvPr/>
        </p:nvGrpSpPr>
        <p:grpSpPr>
          <a:xfrm>
            <a:off x="-3231073" y="-1653296"/>
            <a:ext cx="2346961" cy="2316480"/>
            <a:chOff x="1891612" y="2514272"/>
            <a:chExt cx="2346961" cy="231648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24FB489-5045-3071-FC67-966DC8F8C241}"/>
                </a:ext>
              </a:extLst>
            </p:cNvPr>
            <p:cNvSpPr/>
            <p:nvPr/>
          </p:nvSpPr>
          <p:spPr>
            <a:xfrm>
              <a:off x="1891612" y="2514272"/>
              <a:ext cx="2346961" cy="2316480"/>
            </a:xfrm>
            <a:prstGeom prst="roundRect">
              <a:avLst/>
            </a:prstGeom>
            <a:solidFill>
              <a:srgbClr val="526D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9B2050-03AA-2F64-3CD9-B0652F093D37}"/>
                </a:ext>
              </a:extLst>
            </p:cNvPr>
            <p:cNvSpPr txBox="1"/>
            <p:nvPr/>
          </p:nvSpPr>
          <p:spPr>
            <a:xfrm>
              <a:off x="2264993" y="3595984"/>
              <a:ext cx="16002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3D Design</a:t>
              </a:r>
            </a:p>
          </p:txBody>
        </p:sp>
        <p:pic>
          <p:nvPicPr>
            <p:cNvPr id="26" name="Graphic 25" descr="Cube with solid fill">
              <a:extLst>
                <a:ext uri="{FF2B5EF4-FFF2-40B4-BE49-F238E27FC236}">
                  <a16:creationId xmlns:a16="http://schemas.microsoft.com/office/drawing/2014/main" id="{DEDEBA38-E47F-042E-3425-E553B26A1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625333" y="269682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5900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97AD16-9EA3-481D-32CC-CDB0C296F6C1}"/>
              </a:ext>
            </a:extLst>
          </p:cNvPr>
          <p:cNvSpPr/>
          <p:nvPr/>
        </p:nvSpPr>
        <p:spPr>
          <a:xfrm>
            <a:off x="5371828" y="4119757"/>
            <a:ext cx="1381129" cy="1482627"/>
          </a:xfrm>
          <a:prstGeom prst="roundRect">
            <a:avLst/>
          </a:prstGeom>
          <a:solidFill>
            <a:srgbClr val="DDE6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5858DED-D5E4-E7F4-AC5D-D9BD990F7477}"/>
              </a:ext>
            </a:extLst>
          </p:cNvPr>
          <p:cNvSpPr/>
          <p:nvPr/>
        </p:nvSpPr>
        <p:spPr>
          <a:xfrm>
            <a:off x="2496907" y="2976552"/>
            <a:ext cx="1110668" cy="1337067"/>
          </a:xfrm>
          <a:prstGeom prst="roundRect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90AB4D-9EAC-554C-046A-D01EA41DEA33}"/>
              </a:ext>
            </a:extLst>
          </p:cNvPr>
          <p:cNvSpPr/>
          <p:nvPr/>
        </p:nvSpPr>
        <p:spPr>
          <a:xfrm>
            <a:off x="-4177102" y="1455241"/>
            <a:ext cx="1714084" cy="1605655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124A2-6782-0E5C-6C9D-A35492FBC46D}"/>
              </a:ext>
            </a:extLst>
          </p:cNvPr>
          <p:cNvSpPr/>
          <p:nvPr/>
        </p:nvSpPr>
        <p:spPr>
          <a:xfrm>
            <a:off x="13800406" y="-874136"/>
            <a:ext cx="9113520" cy="9621617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30563-B23D-C16D-E47A-9E04C57F97B7}"/>
              </a:ext>
            </a:extLst>
          </p:cNvPr>
          <p:cNvSpPr txBox="1"/>
          <p:nvPr/>
        </p:nvSpPr>
        <p:spPr>
          <a:xfrm>
            <a:off x="0" y="-3461825"/>
            <a:ext cx="5471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A1ED3E-0169-58F5-7457-EA60C27F4241}"/>
              </a:ext>
            </a:extLst>
          </p:cNvPr>
          <p:cNvSpPr txBox="1"/>
          <p:nvPr/>
        </p:nvSpPr>
        <p:spPr>
          <a:xfrm>
            <a:off x="436981" y="363290"/>
            <a:ext cx="4143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pic>
        <p:nvPicPr>
          <p:cNvPr id="18" name="Graphic 17" descr="Internet Of Things with solid fill">
            <a:extLst>
              <a:ext uri="{FF2B5EF4-FFF2-40B4-BE49-F238E27FC236}">
                <a16:creationId xmlns:a16="http://schemas.microsoft.com/office/drawing/2014/main" id="{2554049B-F20C-6FC8-44AE-B29DD17A2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20" y="5928740"/>
            <a:ext cx="914400" cy="9144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5D4A0094-17BA-3961-3FE3-C85ABD6BC5D9}"/>
              </a:ext>
            </a:extLst>
          </p:cNvPr>
          <p:cNvGrpSpPr/>
          <p:nvPr/>
        </p:nvGrpSpPr>
        <p:grpSpPr>
          <a:xfrm>
            <a:off x="7741138" y="2696824"/>
            <a:ext cx="2346961" cy="2316480"/>
            <a:chOff x="7741138" y="2696824"/>
            <a:chExt cx="2346961" cy="231648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69CADBB-1A1A-578A-CCA5-0C1202D00492}"/>
                </a:ext>
              </a:extLst>
            </p:cNvPr>
            <p:cNvSpPr/>
            <p:nvPr/>
          </p:nvSpPr>
          <p:spPr>
            <a:xfrm>
              <a:off x="7741138" y="2696824"/>
              <a:ext cx="2346961" cy="2316480"/>
            </a:xfrm>
            <a:prstGeom prst="roundRect">
              <a:avLst/>
            </a:prstGeom>
            <a:solidFill>
              <a:srgbClr val="9DB2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91EEDA-FAE0-6A8C-A9A9-448C7848F4D3}"/>
                </a:ext>
              </a:extLst>
            </p:cNvPr>
            <p:cNvSpPr txBox="1"/>
            <p:nvPr/>
          </p:nvSpPr>
          <p:spPr>
            <a:xfrm>
              <a:off x="7918546" y="3858147"/>
              <a:ext cx="2118360" cy="523220"/>
            </a:xfrm>
            <a:prstGeom prst="rect">
              <a:avLst/>
            </a:prstGeom>
            <a:solidFill>
              <a:srgbClr val="9DB2B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Circuit</a:t>
              </a:r>
            </a:p>
          </p:txBody>
        </p:sp>
        <p:pic>
          <p:nvPicPr>
            <p:cNvPr id="20" name="Graphic 19" descr="Processor outline">
              <a:extLst>
                <a:ext uri="{FF2B5EF4-FFF2-40B4-BE49-F238E27FC236}">
                  <a16:creationId xmlns:a16="http://schemas.microsoft.com/office/drawing/2014/main" id="{35F91F1E-5985-9E7F-5D8D-B6CD68B5F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20526" y="3022272"/>
              <a:ext cx="914400" cy="9144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BF7F9AC-6D5C-530E-B4BD-9919F240E612}"/>
              </a:ext>
            </a:extLst>
          </p:cNvPr>
          <p:cNvGrpSpPr/>
          <p:nvPr/>
        </p:nvGrpSpPr>
        <p:grpSpPr>
          <a:xfrm>
            <a:off x="4922519" y="686456"/>
            <a:ext cx="2346961" cy="2316480"/>
            <a:chOff x="4922519" y="686456"/>
            <a:chExt cx="2346961" cy="231648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EA89017-FC78-9555-D0F1-FD6D1723735D}"/>
                </a:ext>
              </a:extLst>
            </p:cNvPr>
            <p:cNvSpPr/>
            <p:nvPr/>
          </p:nvSpPr>
          <p:spPr>
            <a:xfrm>
              <a:off x="4922519" y="686456"/>
              <a:ext cx="2346961" cy="2316480"/>
            </a:xfrm>
            <a:prstGeom prst="roundRect">
              <a:avLst/>
            </a:prstGeom>
            <a:solidFill>
              <a:srgbClr val="344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DF40240-0AE7-BCDC-3C0D-7BC0A69012FE}"/>
                </a:ext>
              </a:extLst>
            </p:cNvPr>
            <p:cNvSpPr txBox="1"/>
            <p:nvPr/>
          </p:nvSpPr>
          <p:spPr>
            <a:xfrm>
              <a:off x="5333999" y="1969028"/>
              <a:ext cx="1524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Coding</a:t>
              </a:r>
              <a:endParaRPr lang="en-US" sz="32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pic>
          <p:nvPicPr>
            <p:cNvPr id="22" name="Graphic 21" descr="Programmer male outline">
              <a:extLst>
                <a:ext uri="{FF2B5EF4-FFF2-40B4-BE49-F238E27FC236}">
                  <a16:creationId xmlns:a16="http://schemas.microsoft.com/office/drawing/2014/main" id="{9C22BE23-399D-6BF4-745A-D2764326C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38799" y="894667"/>
              <a:ext cx="914400" cy="9144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5861CBD-09B4-5540-28DA-3A5D85E17635}"/>
              </a:ext>
            </a:extLst>
          </p:cNvPr>
          <p:cNvGrpSpPr/>
          <p:nvPr/>
        </p:nvGrpSpPr>
        <p:grpSpPr>
          <a:xfrm>
            <a:off x="4905079" y="3855064"/>
            <a:ext cx="2346961" cy="2316480"/>
            <a:chOff x="4905079" y="3855064"/>
            <a:chExt cx="2346961" cy="231648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F065B28-E319-3682-F345-F2517303C4A3}"/>
                </a:ext>
              </a:extLst>
            </p:cNvPr>
            <p:cNvSpPr/>
            <p:nvPr/>
          </p:nvSpPr>
          <p:spPr>
            <a:xfrm>
              <a:off x="4905079" y="3855064"/>
              <a:ext cx="2346961" cy="2316480"/>
            </a:xfrm>
            <a:prstGeom prst="roundRect">
              <a:avLst/>
            </a:prstGeom>
            <a:solidFill>
              <a:srgbClr val="DDE6E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FD4B60-C6FE-08B1-768D-2E127872BC71}"/>
                </a:ext>
              </a:extLst>
            </p:cNvPr>
            <p:cNvSpPr txBox="1"/>
            <p:nvPr/>
          </p:nvSpPr>
          <p:spPr>
            <a:xfrm>
              <a:off x="5144961" y="4728411"/>
              <a:ext cx="1935480" cy="1200329"/>
            </a:xfrm>
            <a:prstGeom prst="rect">
              <a:avLst/>
            </a:prstGeom>
            <a:solidFill>
              <a:srgbClr val="DDE6E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Coin Detection System</a:t>
              </a:r>
            </a:p>
          </p:txBody>
        </p:sp>
        <p:pic>
          <p:nvPicPr>
            <p:cNvPr id="24" name="Graphic 23" descr="Coins outline">
              <a:extLst>
                <a:ext uri="{FF2B5EF4-FFF2-40B4-BE49-F238E27FC236}">
                  <a16:creationId xmlns:a16="http://schemas.microsoft.com/office/drawing/2014/main" id="{2F714360-8001-366E-3644-5464F3F89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22821" y="3936672"/>
              <a:ext cx="914400" cy="9144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FEB82C5-CF25-7434-4AEB-833197735903}"/>
              </a:ext>
            </a:extLst>
          </p:cNvPr>
          <p:cNvGrpSpPr/>
          <p:nvPr/>
        </p:nvGrpSpPr>
        <p:grpSpPr>
          <a:xfrm>
            <a:off x="1891612" y="2514272"/>
            <a:ext cx="2346961" cy="2316480"/>
            <a:chOff x="1891612" y="2514272"/>
            <a:chExt cx="2346961" cy="231648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24FB489-5045-3071-FC67-966DC8F8C241}"/>
                </a:ext>
              </a:extLst>
            </p:cNvPr>
            <p:cNvSpPr/>
            <p:nvPr/>
          </p:nvSpPr>
          <p:spPr>
            <a:xfrm>
              <a:off x="1891612" y="2514272"/>
              <a:ext cx="2346961" cy="2316480"/>
            </a:xfrm>
            <a:prstGeom prst="roundRect">
              <a:avLst/>
            </a:prstGeom>
            <a:solidFill>
              <a:srgbClr val="526D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9B2050-03AA-2F64-3CD9-B0652F093D37}"/>
                </a:ext>
              </a:extLst>
            </p:cNvPr>
            <p:cNvSpPr txBox="1"/>
            <p:nvPr/>
          </p:nvSpPr>
          <p:spPr>
            <a:xfrm>
              <a:off x="2264993" y="3595984"/>
              <a:ext cx="16002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3D Design</a:t>
              </a:r>
            </a:p>
          </p:txBody>
        </p:sp>
        <p:pic>
          <p:nvPicPr>
            <p:cNvPr id="26" name="Graphic 25" descr="Cube with solid fill">
              <a:extLst>
                <a:ext uri="{FF2B5EF4-FFF2-40B4-BE49-F238E27FC236}">
                  <a16:creationId xmlns:a16="http://schemas.microsoft.com/office/drawing/2014/main" id="{DEDEBA38-E47F-042E-3425-E553B26A1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625333" y="269682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447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65290AE-C5CF-2A97-9BFE-C183651C7D3A}"/>
              </a:ext>
            </a:extLst>
          </p:cNvPr>
          <p:cNvSpPr/>
          <p:nvPr/>
        </p:nvSpPr>
        <p:spPr>
          <a:xfrm>
            <a:off x="952920" y="1009621"/>
            <a:ext cx="10679636" cy="5198938"/>
          </a:xfrm>
          <a:prstGeom prst="roundRect">
            <a:avLst/>
          </a:prstGeom>
          <a:solidFill>
            <a:srgbClr val="DDE6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2E6ED4-56B5-C121-BD02-2C4EF87E98C0}"/>
              </a:ext>
            </a:extLst>
          </p:cNvPr>
          <p:cNvSpPr/>
          <p:nvPr/>
        </p:nvSpPr>
        <p:spPr>
          <a:xfrm>
            <a:off x="13176161" y="5341471"/>
            <a:ext cx="914400" cy="1087448"/>
          </a:xfrm>
          <a:prstGeom prst="roundRect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ADA4B0-F64D-8721-D42A-C013EB8607ED}"/>
              </a:ext>
            </a:extLst>
          </p:cNvPr>
          <p:cNvSpPr/>
          <p:nvPr/>
        </p:nvSpPr>
        <p:spPr>
          <a:xfrm>
            <a:off x="-2158661" y="-633725"/>
            <a:ext cx="914400" cy="970211"/>
          </a:xfrm>
          <a:prstGeom prst="roundRect">
            <a:avLst/>
          </a:prstGeom>
          <a:solidFill>
            <a:srgbClr val="344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5858DED-D5E4-E7F4-AC5D-D9BD990F7477}"/>
              </a:ext>
            </a:extLst>
          </p:cNvPr>
          <p:cNvSpPr/>
          <p:nvPr/>
        </p:nvSpPr>
        <p:spPr>
          <a:xfrm>
            <a:off x="-2714571" y="4869037"/>
            <a:ext cx="1110668" cy="1337067"/>
          </a:xfrm>
          <a:prstGeom prst="roundRect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90AB4D-9EAC-554C-046A-D01EA41DEA33}"/>
              </a:ext>
            </a:extLst>
          </p:cNvPr>
          <p:cNvSpPr/>
          <p:nvPr/>
        </p:nvSpPr>
        <p:spPr>
          <a:xfrm>
            <a:off x="-4177102" y="1455241"/>
            <a:ext cx="1714084" cy="1605655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124A2-6782-0E5C-6C9D-A35492FBC46D}"/>
              </a:ext>
            </a:extLst>
          </p:cNvPr>
          <p:cNvSpPr/>
          <p:nvPr/>
        </p:nvSpPr>
        <p:spPr>
          <a:xfrm>
            <a:off x="13800406" y="-874136"/>
            <a:ext cx="9113520" cy="9621617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30563-B23D-C16D-E47A-9E04C57F97B7}"/>
              </a:ext>
            </a:extLst>
          </p:cNvPr>
          <p:cNvSpPr txBox="1"/>
          <p:nvPr/>
        </p:nvSpPr>
        <p:spPr>
          <a:xfrm>
            <a:off x="0" y="-3461825"/>
            <a:ext cx="5471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A1ED3E-0169-58F5-7457-EA60C27F4241}"/>
              </a:ext>
            </a:extLst>
          </p:cNvPr>
          <p:cNvSpPr txBox="1"/>
          <p:nvPr/>
        </p:nvSpPr>
        <p:spPr>
          <a:xfrm>
            <a:off x="663797" y="-2107904"/>
            <a:ext cx="4143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pic>
        <p:nvPicPr>
          <p:cNvPr id="18" name="Graphic 17" descr="Internet Of Things with solid fill">
            <a:extLst>
              <a:ext uri="{FF2B5EF4-FFF2-40B4-BE49-F238E27FC236}">
                <a16:creationId xmlns:a16="http://schemas.microsoft.com/office/drawing/2014/main" id="{2554049B-F20C-6FC8-44AE-B29DD17A2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20" y="5928740"/>
            <a:ext cx="914400" cy="9144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206E4FBD-C2EC-430C-3CD4-585F3C4A3F55}"/>
              </a:ext>
            </a:extLst>
          </p:cNvPr>
          <p:cNvGrpSpPr/>
          <p:nvPr/>
        </p:nvGrpSpPr>
        <p:grpSpPr>
          <a:xfrm>
            <a:off x="12958844" y="5047864"/>
            <a:ext cx="2346961" cy="2316480"/>
            <a:chOff x="12958844" y="5047864"/>
            <a:chExt cx="2346961" cy="231648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340A4F8-B9A0-55EB-B7CA-304A7DABB1E9}"/>
                </a:ext>
              </a:extLst>
            </p:cNvPr>
            <p:cNvGrpSpPr/>
            <p:nvPr/>
          </p:nvGrpSpPr>
          <p:grpSpPr>
            <a:xfrm>
              <a:off x="12958844" y="5047864"/>
              <a:ext cx="2346961" cy="2316480"/>
              <a:chOff x="12958844" y="5047864"/>
              <a:chExt cx="2346961" cy="2316480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369CADBB-1A1A-578A-CCA5-0C1202D00492}"/>
                  </a:ext>
                </a:extLst>
              </p:cNvPr>
              <p:cNvSpPr/>
              <p:nvPr/>
            </p:nvSpPr>
            <p:spPr>
              <a:xfrm>
                <a:off x="12958844" y="5047864"/>
                <a:ext cx="2346961" cy="2316480"/>
              </a:xfrm>
              <a:prstGeom prst="roundRect">
                <a:avLst/>
              </a:prstGeom>
              <a:solidFill>
                <a:srgbClr val="9DB2B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91EEDA-FAE0-6A8C-A9A9-448C7848F4D3}"/>
                  </a:ext>
                </a:extLst>
              </p:cNvPr>
              <p:cNvSpPr txBox="1"/>
              <p:nvPr/>
            </p:nvSpPr>
            <p:spPr>
              <a:xfrm>
                <a:off x="13103918" y="6209187"/>
                <a:ext cx="2118360" cy="523220"/>
              </a:xfrm>
              <a:prstGeom prst="rect">
                <a:avLst/>
              </a:prstGeom>
              <a:solidFill>
                <a:srgbClr val="9DB2BF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Circuit</a:t>
                </a:r>
              </a:p>
            </p:txBody>
          </p:sp>
        </p:grpSp>
        <p:pic>
          <p:nvPicPr>
            <p:cNvPr id="20" name="Graphic 19" descr="Processor outline">
              <a:extLst>
                <a:ext uri="{FF2B5EF4-FFF2-40B4-BE49-F238E27FC236}">
                  <a16:creationId xmlns:a16="http://schemas.microsoft.com/office/drawing/2014/main" id="{35F91F1E-5985-9E7F-5D8D-B6CD68B5F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705898" y="5373312"/>
              <a:ext cx="914400" cy="9144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2CBFA0D-54C5-CB51-1B42-91211F2076D2}"/>
              </a:ext>
            </a:extLst>
          </p:cNvPr>
          <p:cNvGrpSpPr/>
          <p:nvPr/>
        </p:nvGrpSpPr>
        <p:grpSpPr>
          <a:xfrm>
            <a:off x="-2941321" y="-1306859"/>
            <a:ext cx="2346961" cy="2316480"/>
            <a:chOff x="4922519" y="686456"/>
            <a:chExt cx="2346961" cy="231648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EA89017-FC78-9555-D0F1-FD6D1723735D}"/>
                </a:ext>
              </a:extLst>
            </p:cNvPr>
            <p:cNvSpPr/>
            <p:nvPr/>
          </p:nvSpPr>
          <p:spPr>
            <a:xfrm>
              <a:off x="4922519" y="686456"/>
              <a:ext cx="2346961" cy="2316480"/>
            </a:xfrm>
            <a:prstGeom prst="roundRect">
              <a:avLst/>
            </a:prstGeom>
            <a:solidFill>
              <a:srgbClr val="344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DF40240-0AE7-BCDC-3C0D-7BC0A69012FE}"/>
                </a:ext>
              </a:extLst>
            </p:cNvPr>
            <p:cNvSpPr txBox="1"/>
            <p:nvPr/>
          </p:nvSpPr>
          <p:spPr>
            <a:xfrm>
              <a:off x="5333999" y="1969028"/>
              <a:ext cx="1524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Coding</a:t>
              </a:r>
              <a:endParaRPr lang="en-US" sz="32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pic>
          <p:nvPicPr>
            <p:cNvPr id="22" name="Graphic 21" descr="Programmer male outline">
              <a:extLst>
                <a:ext uri="{FF2B5EF4-FFF2-40B4-BE49-F238E27FC236}">
                  <a16:creationId xmlns:a16="http://schemas.microsoft.com/office/drawing/2014/main" id="{9C22BE23-399D-6BF4-745A-D2764326C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38799" y="894667"/>
              <a:ext cx="914400" cy="91440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BBE47F7-DB63-9717-F83C-345F4489EED4}"/>
              </a:ext>
            </a:extLst>
          </p:cNvPr>
          <p:cNvGrpSpPr/>
          <p:nvPr/>
        </p:nvGrpSpPr>
        <p:grpSpPr>
          <a:xfrm>
            <a:off x="388618" y="490716"/>
            <a:ext cx="2346961" cy="2316480"/>
            <a:chOff x="4905079" y="3855064"/>
            <a:chExt cx="2346961" cy="231648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F065B28-E319-3682-F345-F2517303C4A3}"/>
                </a:ext>
              </a:extLst>
            </p:cNvPr>
            <p:cNvSpPr/>
            <p:nvPr/>
          </p:nvSpPr>
          <p:spPr>
            <a:xfrm>
              <a:off x="4905079" y="3855064"/>
              <a:ext cx="2346961" cy="2316480"/>
            </a:xfrm>
            <a:prstGeom prst="roundRect">
              <a:avLst/>
            </a:prstGeom>
            <a:solidFill>
              <a:srgbClr val="DDE6E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FD4B60-C6FE-08B1-768D-2E127872BC71}"/>
                </a:ext>
              </a:extLst>
            </p:cNvPr>
            <p:cNvSpPr txBox="1"/>
            <p:nvPr/>
          </p:nvSpPr>
          <p:spPr>
            <a:xfrm>
              <a:off x="5144961" y="4728411"/>
              <a:ext cx="1935480" cy="1200329"/>
            </a:xfrm>
            <a:prstGeom prst="rect">
              <a:avLst/>
            </a:prstGeom>
            <a:solidFill>
              <a:srgbClr val="DDE6E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Coin Detection System</a:t>
              </a:r>
            </a:p>
          </p:txBody>
        </p:sp>
        <p:pic>
          <p:nvPicPr>
            <p:cNvPr id="24" name="Graphic 23" descr="Coins outline">
              <a:extLst>
                <a:ext uri="{FF2B5EF4-FFF2-40B4-BE49-F238E27FC236}">
                  <a16:creationId xmlns:a16="http://schemas.microsoft.com/office/drawing/2014/main" id="{2F714360-8001-366E-3644-5464F3F89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22821" y="3936672"/>
              <a:ext cx="914400" cy="9144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6F6C7DA-662E-9147-B0FB-B8D308EF8C70}"/>
              </a:ext>
            </a:extLst>
          </p:cNvPr>
          <p:cNvGrpSpPr/>
          <p:nvPr/>
        </p:nvGrpSpPr>
        <p:grpSpPr>
          <a:xfrm>
            <a:off x="-3293760" y="4244519"/>
            <a:ext cx="2346961" cy="2316480"/>
            <a:chOff x="1891612" y="2514272"/>
            <a:chExt cx="2346961" cy="231648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24FB489-5045-3071-FC67-966DC8F8C241}"/>
                </a:ext>
              </a:extLst>
            </p:cNvPr>
            <p:cNvSpPr/>
            <p:nvPr/>
          </p:nvSpPr>
          <p:spPr>
            <a:xfrm>
              <a:off x="1891612" y="2514272"/>
              <a:ext cx="2346961" cy="2316480"/>
            </a:xfrm>
            <a:prstGeom prst="roundRect">
              <a:avLst/>
            </a:prstGeom>
            <a:solidFill>
              <a:srgbClr val="526D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9B2050-03AA-2F64-3CD9-B0652F093D37}"/>
                </a:ext>
              </a:extLst>
            </p:cNvPr>
            <p:cNvSpPr txBox="1"/>
            <p:nvPr/>
          </p:nvSpPr>
          <p:spPr>
            <a:xfrm>
              <a:off x="2264993" y="3595984"/>
              <a:ext cx="16002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3D Design</a:t>
              </a:r>
            </a:p>
          </p:txBody>
        </p:sp>
        <p:pic>
          <p:nvPicPr>
            <p:cNvPr id="26" name="Graphic 25" descr="Cube with solid fill">
              <a:extLst>
                <a:ext uri="{FF2B5EF4-FFF2-40B4-BE49-F238E27FC236}">
                  <a16:creationId xmlns:a16="http://schemas.microsoft.com/office/drawing/2014/main" id="{DEDEBA38-E47F-042E-3425-E553B26A1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625333" y="2696824"/>
              <a:ext cx="914400" cy="914400"/>
            </a:xfrm>
            <a:prstGeom prst="rect">
              <a:avLst/>
            </a:prstGeom>
          </p:spPr>
        </p:pic>
      </p:grpSp>
      <p:pic>
        <p:nvPicPr>
          <p:cNvPr id="1026" name="Picture 2" descr="Weighing scale using HX711 and Arduino for remote weight monitoring (by  bluetooth)">
            <a:extLst>
              <a:ext uri="{FF2B5EF4-FFF2-40B4-BE49-F238E27FC236}">
                <a16:creationId xmlns:a16="http://schemas.microsoft.com/office/drawing/2014/main" id="{B2033D55-E057-D08D-D5B2-AE2F31A0D8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532"/>
          <a:stretch/>
        </p:blipFill>
        <p:spPr bwMode="auto">
          <a:xfrm>
            <a:off x="2563980" y="-177717"/>
            <a:ext cx="7029450" cy="940626"/>
          </a:xfrm>
          <a:prstGeom prst="rect">
            <a:avLst/>
          </a:prstGeom>
          <a:noFill/>
          <a:ln w="63500">
            <a:solidFill>
              <a:srgbClr val="9DB2B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X711, 5kg Load Cell, Arduino Uno showing constant -1 reading - Project  Guidance - Arduino Forum">
            <a:extLst>
              <a:ext uri="{FF2B5EF4-FFF2-40B4-BE49-F238E27FC236}">
                <a16:creationId xmlns:a16="http://schemas.microsoft.com/office/drawing/2014/main" id="{8A32E919-8B25-F4C1-8F3E-4175DFD0E9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201"/>
          <a:stretch/>
        </p:blipFill>
        <p:spPr bwMode="auto">
          <a:xfrm>
            <a:off x="2810554" y="2807197"/>
            <a:ext cx="4173041" cy="2240668"/>
          </a:xfrm>
          <a:prstGeom prst="rect">
            <a:avLst/>
          </a:prstGeom>
          <a:noFill/>
          <a:ln w="66675">
            <a:solidFill>
              <a:srgbClr val="9DB2B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IR Emitter and Receiver - 5mm / 3mm - IR LED / PhotoDiode / Pair - CanHobby  | eBay">
            <a:extLst>
              <a:ext uri="{FF2B5EF4-FFF2-40B4-BE49-F238E27FC236}">
                <a16:creationId xmlns:a16="http://schemas.microsoft.com/office/drawing/2014/main" id="{37C58B19-A961-BCD0-360D-FC84C40E4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544" y="2807196"/>
            <a:ext cx="2143125" cy="2143125"/>
          </a:xfrm>
          <a:prstGeom prst="rect">
            <a:avLst/>
          </a:prstGeom>
          <a:noFill/>
          <a:ln w="63500">
            <a:solidFill>
              <a:srgbClr val="9DB2B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498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2F81E0-415D-462D-A7B1-94E4F07662F8}"/>
              </a:ext>
            </a:extLst>
          </p:cNvPr>
          <p:cNvSpPr/>
          <p:nvPr/>
        </p:nvSpPr>
        <p:spPr>
          <a:xfrm>
            <a:off x="8206411" y="3199202"/>
            <a:ext cx="1274816" cy="1194670"/>
          </a:xfrm>
          <a:prstGeom prst="roundRect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5858DED-D5E4-E7F4-AC5D-D9BD990F7477}"/>
              </a:ext>
            </a:extLst>
          </p:cNvPr>
          <p:cNvSpPr/>
          <p:nvPr/>
        </p:nvSpPr>
        <p:spPr>
          <a:xfrm>
            <a:off x="2496907" y="2976552"/>
            <a:ext cx="1110668" cy="1337067"/>
          </a:xfrm>
          <a:prstGeom prst="roundRect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90AB4D-9EAC-554C-046A-D01EA41DEA33}"/>
              </a:ext>
            </a:extLst>
          </p:cNvPr>
          <p:cNvSpPr/>
          <p:nvPr/>
        </p:nvSpPr>
        <p:spPr>
          <a:xfrm>
            <a:off x="-4177102" y="1455241"/>
            <a:ext cx="1714084" cy="1605655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124A2-6782-0E5C-6C9D-A35492FBC46D}"/>
              </a:ext>
            </a:extLst>
          </p:cNvPr>
          <p:cNvSpPr/>
          <p:nvPr/>
        </p:nvSpPr>
        <p:spPr>
          <a:xfrm>
            <a:off x="13800406" y="-874136"/>
            <a:ext cx="9113520" cy="9621617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30563-B23D-C16D-E47A-9E04C57F97B7}"/>
              </a:ext>
            </a:extLst>
          </p:cNvPr>
          <p:cNvSpPr txBox="1"/>
          <p:nvPr/>
        </p:nvSpPr>
        <p:spPr>
          <a:xfrm>
            <a:off x="0" y="-3461825"/>
            <a:ext cx="5471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A1ED3E-0169-58F5-7457-EA60C27F4241}"/>
              </a:ext>
            </a:extLst>
          </p:cNvPr>
          <p:cNvSpPr txBox="1"/>
          <p:nvPr/>
        </p:nvSpPr>
        <p:spPr>
          <a:xfrm>
            <a:off x="436981" y="363290"/>
            <a:ext cx="4143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pic>
        <p:nvPicPr>
          <p:cNvPr id="18" name="Graphic 17" descr="Internet Of Things with solid fill">
            <a:extLst>
              <a:ext uri="{FF2B5EF4-FFF2-40B4-BE49-F238E27FC236}">
                <a16:creationId xmlns:a16="http://schemas.microsoft.com/office/drawing/2014/main" id="{2554049B-F20C-6FC8-44AE-B29DD17A2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20" y="5928740"/>
            <a:ext cx="914400" cy="9144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5D4A0094-17BA-3961-3FE3-C85ABD6BC5D9}"/>
              </a:ext>
            </a:extLst>
          </p:cNvPr>
          <p:cNvGrpSpPr/>
          <p:nvPr/>
        </p:nvGrpSpPr>
        <p:grpSpPr>
          <a:xfrm>
            <a:off x="7741138" y="2696824"/>
            <a:ext cx="2346961" cy="2316480"/>
            <a:chOff x="7741138" y="2696824"/>
            <a:chExt cx="2346961" cy="231648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69CADBB-1A1A-578A-CCA5-0C1202D00492}"/>
                </a:ext>
              </a:extLst>
            </p:cNvPr>
            <p:cNvSpPr/>
            <p:nvPr/>
          </p:nvSpPr>
          <p:spPr>
            <a:xfrm>
              <a:off x="7741138" y="2696824"/>
              <a:ext cx="2346961" cy="2316480"/>
            </a:xfrm>
            <a:prstGeom prst="roundRect">
              <a:avLst/>
            </a:prstGeom>
            <a:solidFill>
              <a:srgbClr val="9DB2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91EEDA-FAE0-6A8C-A9A9-448C7848F4D3}"/>
                </a:ext>
              </a:extLst>
            </p:cNvPr>
            <p:cNvSpPr txBox="1"/>
            <p:nvPr/>
          </p:nvSpPr>
          <p:spPr>
            <a:xfrm>
              <a:off x="7918546" y="3858147"/>
              <a:ext cx="2118360" cy="523220"/>
            </a:xfrm>
            <a:prstGeom prst="rect">
              <a:avLst/>
            </a:prstGeom>
            <a:solidFill>
              <a:srgbClr val="9DB2B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Circuit</a:t>
              </a:r>
            </a:p>
          </p:txBody>
        </p:sp>
        <p:pic>
          <p:nvPicPr>
            <p:cNvPr id="20" name="Graphic 19" descr="Processor outline">
              <a:extLst>
                <a:ext uri="{FF2B5EF4-FFF2-40B4-BE49-F238E27FC236}">
                  <a16:creationId xmlns:a16="http://schemas.microsoft.com/office/drawing/2014/main" id="{35F91F1E-5985-9E7F-5D8D-B6CD68B5F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20526" y="3022272"/>
              <a:ext cx="914400" cy="9144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BF7F9AC-6D5C-530E-B4BD-9919F240E612}"/>
              </a:ext>
            </a:extLst>
          </p:cNvPr>
          <p:cNvGrpSpPr/>
          <p:nvPr/>
        </p:nvGrpSpPr>
        <p:grpSpPr>
          <a:xfrm>
            <a:off x="4922519" y="686456"/>
            <a:ext cx="2346961" cy="2316480"/>
            <a:chOff x="4922519" y="686456"/>
            <a:chExt cx="2346961" cy="231648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EA89017-FC78-9555-D0F1-FD6D1723735D}"/>
                </a:ext>
              </a:extLst>
            </p:cNvPr>
            <p:cNvSpPr/>
            <p:nvPr/>
          </p:nvSpPr>
          <p:spPr>
            <a:xfrm>
              <a:off x="4922519" y="686456"/>
              <a:ext cx="2346961" cy="2316480"/>
            </a:xfrm>
            <a:prstGeom prst="roundRect">
              <a:avLst/>
            </a:prstGeom>
            <a:solidFill>
              <a:srgbClr val="344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DF40240-0AE7-BCDC-3C0D-7BC0A69012FE}"/>
                </a:ext>
              </a:extLst>
            </p:cNvPr>
            <p:cNvSpPr txBox="1"/>
            <p:nvPr/>
          </p:nvSpPr>
          <p:spPr>
            <a:xfrm>
              <a:off x="5333999" y="1969028"/>
              <a:ext cx="1524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Coding</a:t>
              </a:r>
              <a:endParaRPr lang="en-US" sz="32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pic>
          <p:nvPicPr>
            <p:cNvPr id="22" name="Graphic 21" descr="Programmer male outline">
              <a:extLst>
                <a:ext uri="{FF2B5EF4-FFF2-40B4-BE49-F238E27FC236}">
                  <a16:creationId xmlns:a16="http://schemas.microsoft.com/office/drawing/2014/main" id="{9C22BE23-399D-6BF4-745A-D2764326C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38799" y="894667"/>
              <a:ext cx="914400" cy="914400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DEC0CBA-3454-57F3-45F9-0B8DB17B2FEF}"/>
              </a:ext>
            </a:extLst>
          </p:cNvPr>
          <p:cNvGrpSpPr/>
          <p:nvPr/>
        </p:nvGrpSpPr>
        <p:grpSpPr>
          <a:xfrm>
            <a:off x="4905079" y="3855064"/>
            <a:ext cx="2346961" cy="2316480"/>
            <a:chOff x="4905079" y="3855064"/>
            <a:chExt cx="2346961" cy="231648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F065B28-E319-3682-F345-F2517303C4A3}"/>
                </a:ext>
              </a:extLst>
            </p:cNvPr>
            <p:cNvSpPr/>
            <p:nvPr/>
          </p:nvSpPr>
          <p:spPr>
            <a:xfrm>
              <a:off x="4905079" y="3855064"/>
              <a:ext cx="2346961" cy="2316480"/>
            </a:xfrm>
            <a:prstGeom prst="roundRect">
              <a:avLst/>
            </a:prstGeom>
            <a:solidFill>
              <a:srgbClr val="DDE6E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FD4B60-C6FE-08B1-768D-2E127872BC71}"/>
                </a:ext>
              </a:extLst>
            </p:cNvPr>
            <p:cNvSpPr txBox="1"/>
            <p:nvPr/>
          </p:nvSpPr>
          <p:spPr>
            <a:xfrm>
              <a:off x="5144961" y="4728411"/>
              <a:ext cx="1935480" cy="1200329"/>
            </a:xfrm>
            <a:prstGeom prst="rect">
              <a:avLst/>
            </a:prstGeom>
            <a:solidFill>
              <a:srgbClr val="DDE6E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Coin Detection System</a:t>
              </a:r>
            </a:p>
          </p:txBody>
        </p:sp>
        <p:pic>
          <p:nvPicPr>
            <p:cNvPr id="24" name="Graphic 23" descr="Coins outline">
              <a:extLst>
                <a:ext uri="{FF2B5EF4-FFF2-40B4-BE49-F238E27FC236}">
                  <a16:creationId xmlns:a16="http://schemas.microsoft.com/office/drawing/2014/main" id="{2F714360-8001-366E-3644-5464F3F89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22821" y="3936672"/>
              <a:ext cx="914400" cy="9144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FEB82C5-CF25-7434-4AEB-833197735903}"/>
              </a:ext>
            </a:extLst>
          </p:cNvPr>
          <p:cNvGrpSpPr/>
          <p:nvPr/>
        </p:nvGrpSpPr>
        <p:grpSpPr>
          <a:xfrm>
            <a:off x="1891612" y="2514272"/>
            <a:ext cx="2346961" cy="2316480"/>
            <a:chOff x="1891612" y="2514272"/>
            <a:chExt cx="2346961" cy="231648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24FB489-5045-3071-FC67-966DC8F8C241}"/>
                </a:ext>
              </a:extLst>
            </p:cNvPr>
            <p:cNvSpPr/>
            <p:nvPr/>
          </p:nvSpPr>
          <p:spPr>
            <a:xfrm>
              <a:off x="1891612" y="2514272"/>
              <a:ext cx="2346961" cy="2316480"/>
            </a:xfrm>
            <a:prstGeom prst="roundRect">
              <a:avLst/>
            </a:prstGeom>
            <a:solidFill>
              <a:srgbClr val="526D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9B2050-03AA-2F64-3CD9-B0652F093D37}"/>
                </a:ext>
              </a:extLst>
            </p:cNvPr>
            <p:cNvSpPr txBox="1"/>
            <p:nvPr/>
          </p:nvSpPr>
          <p:spPr>
            <a:xfrm>
              <a:off x="2264993" y="3595984"/>
              <a:ext cx="16002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3D Design</a:t>
              </a:r>
            </a:p>
          </p:txBody>
        </p:sp>
        <p:pic>
          <p:nvPicPr>
            <p:cNvPr id="26" name="Graphic 25" descr="Cube with solid fill">
              <a:extLst>
                <a:ext uri="{FF2B5EF4-FFF2-40B4-BE49-F238E27FC236}">
                  <a16:creationId xmlns:a16="http://schemas.microsoft.com/office/drawing/2014/main" id="{DEDEBA38-E47F-042E-3425-E553B26A1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625333" y="269682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5425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65290AE-C5CF-2A97-9BFE-C183651C7D3A}"/>
              </a:ext>
            </a:extLst>
          </p:cNvPr>
          <p:cNvSpPr/>
          <p:nvPr/>
        </p:nvSpPr>
        <p:spPr>
          <a:xfrm>
            <a:off x="7067443" y="-2241451"/>
            <a:ext cx="914401" cy="1311296"/>
          </a:xfrm>
          <a:prstGeom prst="roundRect">
            <a:avLst/>
          </a:prstGeom>
          <a:solidFill>
            <a:srgbClr val="DDE6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2E6ED4-56B5-C121-BD02-2C4EF87E98C0}"/>
              </a:ext>
            </a:extLst>
          </p:cNvPr>
          <p:cNvSpPr/>
          <p:nvPr/>
        </p:nvSpPr>
        <p:spPr>
          <a:xfrm>
            <a:off x="1097994" y="1038941"/>
            <a:ext cx="10455290" cy="5011370"/>
          </a:xfrm>
          <a:prstGeom prst="roundRect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ADA4B0-F64D-8721-D42A-C013EB8607ED}"/>
              </a:ext>
            </a:extLst>
          </p:cNvPr>
          <p:cNvSpPr/>
          <p:nvPr/>
        </p:nvSpPr>
        <p:spPr>
          <a:xfrm>
            <a:off x="-2229524" y="5013304"/>
            <a:ext cx="914400" cy="970211"/>
          </a:xfrm>
          <a:prstGeom prst="roundRect">
            <a:avLst/>
          </a:prstGeom>
          <a:solidFill>
            <a:srgbClr val="344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5858DED-D5E4-E7F4-AC5D-D9BD990F7477}"/>
              </a:ext>
            </a:extLst>
          </p:cNvPr>
          <p:cNvSpPr/>
          <p:nvPr/>
        </p:nvSpPr>
        <p:spPr>
          <a:xfrm>
            <a:off x="-2452610" y="-605387"/>
            <a:ext cx="1110668" cy="1337067"/>
          </a:xfrm>
          <a:prstGeom prst="roundRect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90AB4D-9EAC-554C-046A-D01EA41DEA33}"/>
              </a:ext>
            </a:extLst>
          </p:cNvPr>
          <p:cNvSpPr/>
          <p:nvPr/>
        </p:nvSpPr>
        <p:spPr>
          <a:xfrm>
            <a:off x="-4177102" y="1455241"/>
            <a:ext cx="1714084" cy="1605655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124A2-6782-0E5C-6C9D-A35492FBC46D}"/>
              </a:ext>
            </a:extLst>
          </p:cNvPr>
          <p:cNvSpPr/>
          <p:nvPr/>
        </p:nvSpPr>
        <p:spPr>
          <a:xfrm>
            <a:off x="13800406" y="-874136"/>
            <a:ext cx="9113520" cy="9621617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30563-B23D-C16D-E47A-9E04C57F97B7}"/>
              </a:ext>
            </a:extLst>
          </p:cNvPr>
          <p:cNvSpPr txBox="1"/>
          <p:nvPr/>
        </p:nvSpPr>
        <p:spPr>
          <a:xfrm>
            <a:off x="0" y="-3461825"/>
            <a:ext cx="5471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A89017-FC78-9555-D0F1-FD6D1723735D}"/>
              </a:ext>
            </a:extLst>
          </p:cNvPr>
          <p:cNvSpPr/>
          <p:nvPr/>
        </p:nvSpPr>
        <p:spPr>
          <a:xfrm>
            <a:off x="-3278366" y="4244519"/>
            <a:ext cx="2346961" cy="2316480"/>
          </a:xfrm>
          <a:prstGeom prst="roundRect">
            <a:avLst/>
          </a:prstGeom>
          <a:solidFill>
            <a:srgbClr val="344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065B28-E319-3682-F345-F2517303C4A3}"/>
              </a:ext>
            </a:extLst>
          </p:cNvPr>
          <p:cNvSpPr/>
          <p:nvPr/>
        </p:nvSpPr>
        <p:spPr>
          <a:xfrm>
            <a:off x="6349701" y="-2780259"/>
            <a:ext cx="2346961" cy="2316480"/>
          </a:xfrm>
          <a:prstGeom prst="roundRect">
            <a:avLst/>
          </a:prstGeom>
          <a:solidFill>
            <a:srgbClr val="DDE6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4FB489-5045-3071-FC67-966DC8F8C241}"/>
              </a:ext>
            </a:extLst>
          </p:cNvPr>
          <p:cNvSpPr/>
          <p:nvPr/>
        </p:nvSpPr>
        <p:spPr>
          <a:xfrm>
            <a:off x="-3186331" y="-1158240"/>
            <a:ext cx="2346961" cy="2316480"/>
          </a:xfrm>
          <a:prstGeom prst="roundRect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B2050-03AA-2F64-3CD9-B0652F093D37}"/>
              </a:ext>
            </a:extLst>
          </p:cNvPr>
          <p:cNvSpPr txBox="1"/>
          <p:nvPr/>
        </p:nvSpPr>
        <p:spPr>
          <a:xfrm>
            <a:off x="-2812950" y="-76528"/>
            <a:ext cx="1600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3D Design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FD4B60-C6FE-08B1-768D-2E127872BC71}"/>
              </a:ext>
            </a:extLst>
          </p:cNvPr>
          <p:cNvSpPr txBox="1"/>
          <p:nvPr/>
        </p:nvSpPr>
        <p:spPr>
          <a:xfrm>
            <a:off x="6589583" y="-1906912"/>
            <a:ext cx="1935480" cy="1200329"/>
          </a:xfrm>
          <a:prstGeom prst="rect">
            <a:avLst/>
          </a:prstGeom>
          <a:solidFill>
            <a:srgbClr val="DDE6E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Coin Detection System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F40240-0AE7-BCDC-3C0D-7BC0A69012FE}"/>
              </a:ext>
            </a:extLst>
          </p:cNvPr>
          <p:cNvSpPr txBox="1"/>
          <p:nvPr/>
        </p:nvSpPr>
        <p:spPr>
          <a:xfrm>
            <a:off x="-2866886" y="5527091"/>
            <a:ext cx="15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Coding</a:t>
            </a:r>
            <a:endParaRPr lang="en-US" sz="3200" b="1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A1ED3E-0169-58F5-7457-EA60C27F4241}"/>
              </a:ext>
            </a:extLst>
          </p:cNvPr>
          <p:cNvSpPr txBox="1"/>
          <p:nvPr/>
        </p:nvSpPr>
        <p:spPr>
          <a:xfrm>
            <a:off x="663797" y="-1622019"/>
            <a:ext cx="4143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pic>
        <p:nvPicPr>
          <p:cNvPr id="18" name="Graphic 17" descr="Internet Of Things with solid fill">
            <a:extLst>
              <a:ext uri="{FF2B5EF4-FFF2-40B4-BE49-F238E27FC236}">
                <a16:creationId xmlns:a16="http://schemas.microsoft.com/office/drawing/2014/main" id="{2554049B-F20C-6FC8-44AE-B29DD17A2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20" y="5928740"/>
            <a:ext cx="914400" cy="9144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4631106C-9629-6F13-8065-F9CC3D62DFBA}"/>
              </a:ext>
            </a:extLst>
          </p:cNvPr>
          <p:cNvGrpSpPr/>
          <p:nvPr/>
        </p:nvGrpSpPr>
        <p:grpSpPr>
          <a:xfrm>
            <a:off x="493642" y="460236"/>
            <a:ext cx="2346961" cy="2115324"/>
            <a:chOff x="493642" y="460236"/>
            <a:chExt cx="2346961" cy="231648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69CADBB-1A1A-578A-CCA5-0C1202D00492}"/>
                </a:ext>
              </a:extLst>
            </p:cNvPr>
            <p:cNvSpPr/>
            <p:nvPr/>
          </p:nvSpPr>
          <p:spPr>
            <a:xfrm>
              <a:off x="493642" y="460236"/>
              <a:ext cx="2346961" cy="2316480"/>
            </a:xfrm>
            <a:prstGeom prst="roundRect">
              <a:avLst/>
            </a:prstGeom>
            <a:solidFill>
              <a:srgbClr val="9DB2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91EEDA-FAE0-6A8C-A9A9-448C7848F4D3}"/>
                </a:ext>
              </a:extLst>
            </p:cNvPr>
            <p:cNvSpPr txBox="1"/>
            <p:nvPr/>
          </p:nvSpPr>
          <p:spPr>
            <a:xfrm>
              <a:off x="638716" y="1621559"/>
              <a:ext cx="2118360" cy="523220"/>
            </a:xfrm>
            <a:prstGeom prst="rect">
              <a:avLst/>
            </a:prstGeom>
            <a:solidFill>
              <a:srgbClr val="9DB2B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Circuit</a:t>
              </a:r>
            </a:p>
          </p:txBody>
        </p:sp>
        <p:pic>
          <p:nvPicPr>
            <p:cNvPr id="20" name="Graphic 19" descr="Processor outline">
              <a:extLst>
                <a:ext uri="{FF2B5EF4-FFF2-40B4-BE49-F238E27FC236}">
                  <a16:creationId xmlns:a16="http://schemas.microsoft.com/office/drawing/2014/main" id="{35F91F1E-5985-9E7F-5D8D-B6CD68B5F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40696" y="785684"/>
              <a:ext cx="914400" cy="914400"/>
            </a:xfrm>
            <a:prstGeom prst="rect">
              <a:avLst/>
            </a:prstGeom>
          </p:spPr>
        </p:pic>
      </p:grpSp>
      <p:pic>
        <p:nvPicPr>
          <p:cNvPr id="22" name="Graphic 21" descr="Programmer male outline">
            <a:extLst>
              <a:ext uri="{FF2B5EF4-FFF2-40B4-BE49-F238E27FC236}">
                <a16:creationId xmlns:a16="http://schemas.microsoft.com/office/drawing/2014/main" id="{9C22BE23-399D-6BF4-745A-D2764326C6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562086" y="4452730"/>
            <a:ext cx="914400" cy="914400"/>
          </a:xfrm>
          <a:prstGeom prst="rect">
            <a:avLst/>
          </a:prstGeom>
        </p:spPr>
      </p:pic>
      <p:pic>
        <p:nvPicPr>
          <p:cNvPr id="24" name="Graphic 23" descr="Coins outline">
            <a:extLst>
              <a:ext uri="{FF2B5EF4-FFF2-40B4-BE49-F238E27FC236}">
                <a16:creationId xmlns:a16="http://schemas.microsoft.com/office/drawing/2014/main" id="{2F714360-8001-366E-3644-5464F3F89A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67443" y="-2698651"/>
            <a:ext cx="914400" cy="914400"/>
          </a:xfrm>
          <a:prstGeom prst="rect">
            <a:avLst/>
          </a:prstGeom>
        </p:spPr>
      </p:pic>
      <p:pic>
        <p:nvPicPr>
          <p:cNvPr id="26" name="Graphic 25" descr="Cube with solid fill">
            <a:extLst>
              <a:ext uri="{FF2B5EF4-FFF2-40B4-BE49-F238E27FC236}">
                <a16:creationId xmlns:a16="http://schemas.microsoft.com/office/drawing/2014/main" id="{DEDEBA38-E47F-042E-3425-E553B26A18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452610" y="-975688"/>
            <a:ext cx="914400" cy="9144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DCEEF77-6854-4ACD-AE56-64E601AAF6F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99881" y="1855858"/>
            <a:ext cx="6095255" cy="3495707"/>
          </a:xfrm>
          <a:prstGeom prst="rect">
            <a:avLst/>
          </a:prstGeom>
          <a:ln w="88900">
            <a:solidFill>
              <a:srgbClr val="526D82"/>
            </a:solidFill>
          </a:ln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761339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65290AE-C5CF-2A97-9BFE-C183651C7D3A}"/>
              </a:ext>
            </a:extLst>
          </p:cNvPr>
          <p:cNvSpPr/>
          <p:nvPr/>
        </p:nvSpPr>
        <p:spPr>
          <a:xfrm>
            <a:off x="7067443" y="-2241451"/>
            <a:ext cx="914401" cy="1311296"/>
          </a:xfrm>
          <a:prstGeom prst="roundRect">
            <a:avLst/>
          </a:prstGeom>
          <a:solidFill>
            <a:srgbClr val="DDE6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2E6ED4-56B5-C121-BD02-2C4EF87E98C0}"/>
              </a:ext>
            </a:extLst>
          </p:cNvPr>
          <p:cNvSpPr/>
          <p:nvPr/>
        </p:nvSpPr>
        <p:spPr>
          <a:xfrm>
            <a:off x="1097994" y="1038941"/>
            <a:ext cx="10455290" cy="5011370"/>
          </a:xfrm>
          <a:prstGeom prst="roundRect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ADA4B0-F64D-8721-D42A-C013EB8607ED}"/>
              </a:ext>
            </a:extLst>
          </p:cNvPr>
          <p:cNvSpPr/>
          <p:nvPr/>
        </p:nvSpPr>
        <p:spPr>
          <a:xfrm>
            <a:off x="-2229524" y="5013304"/>
            <a:ext cx="914400" cy="970211"/>
          </a:xfrm>
          <a:prstGeom prst="roundRect">
            <a:avLst/>
          </a:prstGeom>
          <a:solidFill>
            <a:srgbClr val="344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5858DED-D5E4-E7F4-AC5D-D9BD990F7477}"/>
              </a:ext>
            </a:extLst>
          </p:cNvPr>
          <p:cNvSpPr/>
          <p:nvPr/>
        </p:nvSpPr>
        <p:spPr>
          <a:xfrm>
            <a:off x="-2452610" y="-605387"/>
            <a:ext cx="1110668" cy="1337067"/>
          </a:xfrm>
          <a:prstGeom prst="roundRect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90AB4D-9EAC-554C-046A-D01EA41DEA33}"/>
              </a:ext>
            </a:extLst>
          </p:cNvPr>
          <p:cNvSpPr/>
          <p:nvPr/>
        </p:nvSpPr>
        <p:spPr>
          <a:xfrm>
            <a:off x="-4177102" y="1455241"/>
            <a:ext cx="1714084" cy="1605655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124A2-6782-0E5C-6C9D-A35492FBC46D}"/>
              </a:ext>
            </a:extLst>
          </p:cNvPr>
          <p:cNvSpPr/>
          <p:nvPr/>
        </p:nvSpPr>
        <p:spPr>
          <a:xfrm>
            <a:off x="13800406" y="-874136"/>
            <a:ext cx="9113520" cy="9621617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30563-B23D-C16D-E47A-9E04C57F97B7}"/>
              </a:ext>
            </a:extLst>
          </p:cNvPr>
          <p:cNvSpPr txBox="1"/>
          <p:nvPr/>
        </p:nvSpPr>
        <p:spPr>
          <a:xfrm>
            <a:off x="0" y="-3461825"/>
            <a:ext cx="5471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A89017-FC78-9555-D0F1-FD6D1723735D}"/>
              </a:ext>
            </a:extLst>
          </p:cNvPr>
          <p:cNvSpPr/>
          <p:nvPr/>
        </p:nvSpPr>
        <p:spPr>
          <a:xfrm>
            <a:off x="-3278366" y="4244519"/>
            <a:ext cx="2346961" cy="2316480"/>
          </a:xfrm>
          <a:prstGeom prst="roundRect">
            <a:avLst/>
          </a:prstGeom>
          <a:solidFill>
            <a:srgbClr val="344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065B28-E319-3682-F345-F2517303C4A3}"/>
              </a:ext>
            </a:extLst>
          </p:cNvPr>
          <p:cNvSpPr/>
          <p:nvPr/>
        </p:nvSpPr>
        <p:spPr>
          <a:xfrm>
            <a:off x="6349701" y="-2780259"/>
            <a:ext cx="2346961" cy="2316480"/>
          </a:xfrm>
          <a:prstGeom prst="roundRect">
            <a:avLst/>
          </a:prstGeom>
          <a:solidFill>
            <a:srgbClr val="DDE6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4FB489-5045-3071-FC67-966DC8F8C241}"/>
              </a:ext>
            </a:extLst>
          </p:cNvPr>
          <p:cNvSpPr/>
          <p:nvPr/>
        </p:nvSpPr>
        <p:spPr>
          <a:xfrm>
            <a:off x="-3186331" y="-1158240"/>
            <a:ext cx="2346961" cy="2316480"/>
          </a:xfrm>
          <a:prstGeom prst="roundRect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B2050-03AA-2F64-3CD9-B0652F093D37}"/>
              </a:ext>
            </a:extLst>
          </p:cNvPr>
          <p:cNvSpPr txBox="1"/>
          <p:nvPr/>
        </p:nvSpPr>
        <p:spPr>
          <a:xfrm>
            <a:off x="-2812950" y="-76528"/>
            <a:ext cx="1600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3D Design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FD4B60-C6FE-08B1-768D-2E127872BC71}"/>
              </a:ext>
            </a:extLst>
          </p:cNvPr>
          <p:cNvSpPr txBox="1"/>
          <p:nvPr/>
        </p:nvSpPr>
        <p:spPr>
          <a:xfrm>
            <a:off x="6589583" y="-1906912"/>
            <a:ext cx="1935480" cy="1200329"/>
          </a:xfrm>
          <a:prstGeom prst="rect">
            <a:avLst/>
          </a:prstGeom>
          <a:solidFill>
            <a:srgbClr val="DDE6E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Coin Detection System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F40240-0AE7-BCDC-3C0D-7BC0A69012FE}"/>
              </a:ext>
            </a:extLst>
          </p:cNvPr>
          <p:cNvSpPr txBox="1"/>
          <p:nvPr/>
        </p:nvSpPr>
        <p:spPr>
          <a:xfrm>
            <a:off x="-2866886" y="5527091"/>
            <a:ext cx="15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Coding</a:t>
            </a:r>
            <a:endParaRPr lang="en-US" sz="3200" b="1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A1ED3E-0169-58F5-7457-EA60C27F4241}"/>
              </a:ext>
            </a:extLst>
          </p:cNvPr>
          <p:cNvSpPr txBox="1"/>
          <p:nvPr/>
        </p:nvSpPr>
        <p:spPr>
          <a:xfrm>
            <a:off x="663797" y="-1622019"/>
            <a:ext cx="4143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pic>
        <p:nvPicPr>
          <p:cNvPr id="18" name="Graphic 17" descr="Internet Of Things with solid fill">
            <a:extLst>
              <a:ext uri="{FF2B5EF4-FFF2-40B4-BE49-F238E27FC236}">
                <a16:creationId xmlns:a16="http://schemas.microsoft.com/office/drawing/2014/main" id="{2554049B-F20C-6FC8-44AE-B29DD17A2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20" y="5928740"/>
            <a:ext cx="914400" cy="9144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4631106C-9629-6F13-8065-F9CC3D62DFBA}"/>
              </a:ext>
            </a:extLst>
          </p:cNvPr>
          <p:cNvGrpSpPr/>
          <p:nvPr/>
        </p:nvGrpSpPr>
        <p:grpSpPr>
          <a:xfrm>
            <a:off x="493642" y="460236"/>
            <a:ext cx="2346961" cy="2115324"/>
            <a:chOff x="493642" y="460236"/>
            <a:chExt cx="2346961" cy="231648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69CADBB-1A1A-578A-CCA5-0C1202D00492}"/>
                </a:ext>
              </a:extLst>
            </p:cNvPr>
            <p:cNvSpPr/>
            <p:nvPr/>
          </p:nvSpPr>
          <p:spPr>
            <a:xfrm>
              <a:off x="493642" y="460236"/>
              <a:ext cx="2346961" cy="2316480"/>
            </a:xfrm>
            <a:prstGeom prst="roundRect">
              <a:avLst/>
            </a:prstGeom>
            <a:solidFill>
              <a:srgbClr val="9DB2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91EEDA-FAE0-6A8C-A9A9-448C7848F4D3}"/>
                </a:ext>
              </a:extLst>
            </p:cNvPr>
            <p:cNvSpPr txBox="1"/>
            <p:nvPr/>
          </p:nvSpPr>
          <p:spPr>
            <a:xfrm>
              <a:off x="638716" y="1621559"/>
              <a:ext cx="2118360" cy="523220"/>
            </a:xfrm>
            <a:prstGeom prst="rect">
              <a:avLst/>
            </a:prstGeom>
            <a:solidFill>
              <a:srgbClr val="9DB2B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Circuit</a:t>
              </a:r>
            </a:p>
          </p:txBody>
        </p:sp>
        <p:pic>
          <p:nvPicPr>
            <p:cNvPr id="20" name="Graphic 19" descr="Processor outline">
              <a:extLst>
                <a:ext uri="{FF2B5EF4-FFF2-40B4-BE49-F238E27FC236}">
                  <a16:creationId xmlns:a16="http://schemas.microsoft.com/office/drawing/2014/main" id="{35F91F1E-5985-9E7F-5D8D-B6CD68B5F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40696" y="785684"/>
              <a:ext cx="914400" cy="914400"/>
            </a:xfrm>
            <a:prstGeom prst="rect">
              <a:avLst/>
            </a:prstGeom>
          </p:spPr>
        </p:pic>
      </p:grpSp>
      <p:pic>
        <p:nvPicPr>
          <p:cNvPr id="22" name="Graphic 21" descr="Programmer male outline">
            <a:extLst>
              <a:ext uri="{FF2B5EF4-FFF2-40B4-BE49-F238E27FC236}">
                <a16:creationId xmlns:a16="http://schemas.microsoft.com/office/drawing/2014/main" id="{9C22BE23-399D-6BF4-745A-D2764326C6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562086" y="4452730"/>
            <a:ext cx="914400" cy="914400"/>
          </a:xfrm>
          <a:prstGeom prst="rect">
            <a:avLst/>
          </a:prstGeom>
        </p:spPr>
      </p:pic>
      <p:pic>
        <p:nvPicPr>
          <p:cNvPr id="24" name="Graphic 23" descr="Coins outline">
            <a:extLst>
              <a:ext uri="{FF2B5EF4-FFF2-40B4-BE49-F238E27FC236}">
                <a16:creationId xmlns:a16="http://schemas.microsoft.com/office/drawing/2014/main" id="{2F714360-8001-366E-3644-5464F3F89A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67443" y="-2698651"/>
            <a:ext cx="914400" cy="914400"/>
          </a:xfrm>
          <a:prstGeom prst="rect">
            <a:avLst/>
          </a:prstGeom>
        </p:spPr>
      </p:pic>
      <p:pic>
        <p:nvPicPr>
          <p:cNvPr id="26" name="Graphic 25" descr="Cube with solid fill">
            <a:extLst>
              <a:ext uri="{FF2B5EF4-FFF2-40B4-BE49-F238E27FC236}">
                <a16:creationId xmlns:a16="http://schemas.microsoft.com/office/drawing/2014/main" id="{DEDEBA38-E47F-042E-3425-E553B26A18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452610" y="-975688"/>
            <a:ext cx="914400" cy="914400"/>
          </a:xfrm>
          <a:prstGeom prst="rect">
            <a:avLst/>
          </a:prstGeom>
        </p:spPr>
      </p:pic>
      <p:pic>
        <p:nvPicPr>
          <p:cNvPr id="35" name="Picture 34" descr="A circuit board with wires&#10;&#10;Description automatically generated">
            <a:extLst>
              <a:ext uri="{FF2B5EF4-FFF2-40B4-BE49-F238E27FC236}">
                <a16:creationId xmlns:a16="http://schemas.microsoft.com/office/drawing/2014/main" id="{9DCEEF77-6854-4ACD-AE56-64E601AAF6F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881" y="1455241"/>
            <a:ext cx="6095255" cy="4296942"/>
          </a:xfrm>
          <a:prstGeom prst="rect">
            <a:avLst/>
          </a:prstGeom>
          <a:ln w="88900">
            <a:solidFill>
              <a:srgbClr val="526D82"/>
            </a:solidFill>
          </a:ln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617841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69CADBB-1A1A-578A-CCA5-0C1202D00492}"/>
              </a:ext>
            </a:extLst>
          </p:cNvPr>
          <p:cNvSpPr/>
          <p:nvPr/>
        </p:nvSpPr>
        <p:spPr>
          <a:xfrm>
            <a:off x="453025" y="678595"/>
            <a:ext cx="2016144" cy="5673200"/>
          </a:xfrm>
          <a:prstGeom prst="roundRect">
            <a:avLst/>
          </a:prstGeom>
          <a:solidFill>
            <a:srgbClr val="9D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1A01F0-30CB-E2A9-8812-25E197A0087B}"/>
              </a:ext>
            </a:extLst>
          </p:cNvPr>
          <p:cNvSpPr/>
          <p:nvPr/>
        </p:nvSpPr>
        <p:spPr>
          <a:xfrm>
            <a:off x="1200908" y="2471590"/>
            <a:ext cx="1626506" cy="1902246"/>
          </a:xfrm>
          <a:prstGeom prst="roundRect">
            <a:avLst/>
          </a:prstGeom>
          <a:solidFill>
            <a:srgbClr val="9D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D02872-0EEA-3649-DBEA-6D6035456EFB}"/>
              </a:ext>
            </a:extLst>
          </p:cNvPr>
          <p:cNvSpPr txBox="1"/>
          <p:nvPr/>
        </p:nvSpPr>
        <p:spPr>
          <a:xfrm rot="5400000">
            <a:off x="1645460" y="3279000"/>
            <a:ext cx="19022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3D Design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065B28-E319-3682-F345-F2517303C4A3}"/>
              </a:ext>
            </a:extLst>
          </p:cNvPr>
          <p:cNvSpPr/>
          <p:nvPr/>
        </p:nvSpPr>
        <p:spPr>
          <a:xfrm>
            <a:off x="388620" y="648641"/>
            <a:ext cx="1714084" cy="5703153"/>
          </a:xfrm>
          <a:prstGeom prst="roundRect">
            <a:avLst/>
          </a:prstGeom>
          <a:solidFill>
            <a:srgbClr val="DDE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750B9C-3766-5897-FFE3-774DD8B49A2D}"/>
              </a:ext>
            </a:extLst>
          </p:cNvPr>
          <p:cNvSpPr/>
          <p:nvPr/>
        </p:nvSpPr>
        <p:spPr>
          <a:xfrm>
            <a:off x="517317" y="2415540"/>
            <a:ext cx="1890192" cy="2026920"/>
          </a:xfrm>
          <a:prstGeom prst="roundRect">
            <a:avLst/>
          </a:prstGeom>
          <a:solidFill>
            <a:srgbClr val="DDE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276828-656A-7CA6-4E24-2FA75D6B0663}"/>
              </a:ext>
            </a:extLst>
          </p:cNvPr>
          <p:cNvSpPr txBox="1"/>
          <p:nvPr/>
        </p:nvSpPr>
        <p:spPr>
          <a:xfrm rot="5400000">
            <a:off x="1100261" y="2882997"/>
            <a:ext cx="1968164" cy="1015663"/>
          </a:xfrm>
          <a:custGeom>
            <a:avLst/>
            <a:gdLst>
              <a:gd name="connsiteX0" fmla="*/ 0 w 1968164"/>
              <a:gd name="connsiteY0" fmla="*/ 0 h 923330"/>
              <a:gd name="connsiteX1" fmla="*/ 1968164 w 1968164"/>
              <a:gd name="connsiteY1" fmla="*/ 0 h 923330"/>
              <a:gd name="connsiteX2" fmla="*/ 1968164 w 1968164"/>
              <a:gd name="connsiteY2" fmla="*/ 923330 h 923330"/>
              <a:gd name="connsiteX3" fmla="*/ 0 w 1968164"/>
              <a:gd name="connsiteY3" fmla="*/ 923330 h 923330"/>
              <a:gd name="connsiteX4" fmla="*/ 0 w 1968164"/>
              <a:gd name="connsiteY4" fmla="*/ 0 h 923330"/>
              <a:gd name="connsiteX0" fmla="*/ 0 w 1968164"/>
              <a:gd name="connsiteY0" fmla="*/ 0 h 923330"/>
              <a:gd name="connsiteX1" fmla="*/ 1828464 w 1968164"/>
              <a:gd name="connsiteY1" fmla="*/ 299720 h 923330"/>
              <a:gd name="connsiteX2" fmla="*/ 1968164 w 1968164"/>
              <a:gd name="connsiteY2" fmla="*/ 923330 h 923330"/>
              <a:gd name="connsiteX3" fmla="*/ 0 w 1968164"/>
              <a:gd name="connsiteY3" fmla="*/ 923330 h 923330"/>
              <a:gd name="connsiteX4" fmla="*/ 0 w 1968164"/>
              <a:gd name="connsiteY4" fmla="*/ 0 h 923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68164" h="923330">
                <a:moveTo>
                  <a:pt x="0" y="0"/>
                </a:moveTo>
                <a:lnTo>
                  <a:pt x="1828464" y="299720"/>
                </a:lnTo>
                <a:lnTo>
                  <a:pt x="1968164" y="923330"/>
                </a:lnTo>
                <a:lnTo>
                  <a:pt x="0" y="92333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Coin Detectio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</a:t>
            </a:r>
          </a:p>
          <a:p>
            <a:pPr algn="ctr"/>
            <a:endParaRPr lang="en-US" sz="20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90AB4D-9EAC-554C-046A-D01EA41DEA33}"/>
              </a:ext>
            </a:extLst>
          </p:cNvPr>
          <p:cNvSpPr/>
          <p:nvPr/>
        </p:nvSpPr>
        <p:spPr>
          <a:xfrm>
            <a:off x="-4177102" y="1455241"/>
            <a:ext cx="1714084" cy="1605655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124A2-6782-0E5C-6C9D-A35492FBC46D}"/>
              </a:ext>
            </a:extLst>
          </p:cNvPr>
          <p:cNvSpPr/>
          <p:nvPr/>
        </p:nvSpPr>
        <p:spPr>
          <a:xfrm>
            <a:off x="13800406" y="-874136"/>
            <a:ext cx="9113520" cy="9621617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30563-B23D-C16D-E47A-9E04C57F97B7}"/>
              </a:ext>
            </a:extLst>
          </p:cNvPr>
          <p:cNvSpPr txBox="1"/>
          <p:nvPr/>
        </p:nvSpPr>
        <p:spPr>
          <a:xfrm>
            <a:off x="0" y="-3461825"/>
            <a:ext cx="5471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4FB489-5045-3071-FC67-966DC8F8C241}"/>
              </a:ext>
            </a:extLst>
          </p:cNvPr>
          <p:cNvSpPr/>
          <p:nvPr/>
        </p:nvSpPr>
        <p:spPr>
          <a:xfrm>
            <a:off x="388619" y="606315"/>
            <a:ext cx="1301285" cy="5745480"/>
          </a:xfrm>
          <a:prstGeom prst="roundRect">
            <a:avLst/>
          </a:prstGeom>
          <a:solidFill>
            <a:srgbClr val="526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B74C268-9FB5-86FD-BF91-AE35A0531E47}"/>
              </a:ext>
            </a:extLst>
          </p:cNvPr>
          <p:cNvSpPr/>
          <p:nvPr/>
        </p:nvSpPr>
        <p:spPr>
          <a:xfrm>
            <a:off x="592626" y="2415540"/>
            <a:ext cx="1324592" cy="2026920"/>
          </a:xfrm>
          <a:prstGeom prst="roundRect">
            <a:avLst/>
          </a:prstGeom>
          <a:solidFill>
            <a:srgbClr val="526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D14864-46C2-B8C7-735D-A8E7E6B7F86C}"/>
              </a:ext>
            </a:extLst>
          </p:cNvPr>
          <p:cNvSpPr txBox="1"/>
          <p:nvPr/>
        </p:nvSpPr>
        <p:spPr>
          <a:xfrm rot="5400000">
            <a:off x="843914" y="3190773"/>
            <a:ext cx="17536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Circuit</a:t>
            </a:r>
          </a:p>
        </p:txBody>
      </p:sp>
    </p:spTree>
    <p:extLst>
      <p:ext uri="{BB962C8B-B14F-4D97-AF65-F5344CB8AC3E}">
        <p14:creationId xmlns:p14="http://schemas.microsoft.com/office/powerpoint/2010/main" val="4058167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69CADBB-1A1A-578A-CCA5-0C1202D00492}"/>
              </a:ext>
            </a:extLst>
          </p:cNvPr>
          <p:cNvSpPr/>
          <p:nvPr/>
        </p:nvSpPr>
        <p:spPr>
          <a:xfrm>
            <a:off x="453024" y="678595"/>
            <a:ext cx="11146349" cy="5673200"/>
          </a:xfrm>
          <a:prstGeom prst="roundRect">
            <a:avLst/>
          </a:prstGeom>
          <a:solidFill>
            <a:srgbClr val="9D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1A01F0-30CB-E2A9-8812-25E197A0087B}"/>
              </a:ext>
            </a:extLst>
          </p:cNvPr>
          <p:cNvSpPr/>
          <p:nvPr/>
        </p:nvSpPr>
        <p:spPr>
          <a:xfrm>
            <a:off x="10462162" y="2549094"/>
            <a:ext cx="1626506" cy="1902246"/>
          </a:xfrm>
          <a:prstGeom prst="roundRect">
            <a:avLst/>
          </a:prstGeom>
          <a:solidFill>
            <a:srgbClr val="9D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D02872-0EEA-3649-DBEA-6D6035456EFB}"/>
              </a:ext>
            </a:extLst>
          </p:cNvPr>
          <p:cNvSpPr txBox="1"/>
          <p:nvPr/>
        </p:nvSpPr>
        <p:spPr>
          <a:xfrm rot="5400000">
            <a:off x="10852257" y="3315140"/>
            <a:ext cx="19022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3D Design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065B28-E319-3682-F345-F2517303C4A3}"/>
              </a:ext>
            </a:extLst>
          </p:cNvPr>
          <p:cNvSpPr/>
          <p:nvPr/>
        </p:nvSpPr>
        <p:spPr>
          <a:xfrm>
            <a:off x="388620" y="648641"/>
            <a:ext cx="1714084" cy="5703153"/>
          </a:xfrm>
          <a:prstGeom prst="roundRect">
            <a:avLst/>
          </a:prstGeom>
          <a:solidFill>
            <a:srgbClr val="DDE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750B9C-3766-5897-FFE3-774DD8B49A2D}"/>
              </a:ext>
            </a:extLst>
          </p:cNvPr>
          <p:cNvSpPr/>
          <p:nvPr/>
        </p:nvSpPr>
        <p:spPr>
          <a:xfrm>
            <a:off x="517317" y="2415540"/>
            <a:ext cx="1890192" cy="2026920"/>
          </a:xfrm>
          <a:prstGeom prst="roundRect">
            <a:avLst/>
          </a:prstGeom>
          <a:solidFill>
            <a:srgbClr val="DDE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276828-656A-7CA6-4E24-2FA75D6B0663}"/>
              </a:ext>
            </a:extLst>
          </p:cNvPr>
          <p:cNvSpPr txBox="1"/>
          <p:nvPr/>
        </p:nvSpPr>
        <p:spPr>
          <a:xfrm rot="5400000">
            <a:off x="1100261" y="2882997"/>
            <a:ext cx="1968164" cy="1015663"/>
          </a:xfrm>
          <a:custGeom>
            <a:avLst/>
            <a:gdLst>
              <a:gd name="connsiteX0" fmla="*/ 0 w 1968164"/>
              <a:gd name="connsiteY0" fmla="*/ 0 h 923330"/>
              <a:gd name="connsiteX1" fmla="*/ 1968164 w 1968164"/>
              <a:gd name="connsiteY1" fmla="*/ 0 h 923330"/>
              <a:gd name="connsiteX2" fmla="*/ 1968164 w 1968164"/>
              <a:gd name="connsiteY2" fmla="*/ 923330 h 923330"/>
              <a:gd name="connsiteX3" fmla="*/ 0 w 1968164"/>
              <a:gd name="connsiteY3" fmla="*/ 923330 h 923330"/>
              <a:gd name="connsiteX4" fmla="*/ 0 w 1968164"/>
              <a:gd name="connsiteY4" fmla="*/ 0 h 923330"/>
              <a:gd name="connsiteX0" fmla="*/ 0 w 1968164"/>
              <a:gd name="connsiteY0" fmla="*/ 0 h 923330"/>
              <a:gd name="connsiteX1" fmla="*/ 1828464 w 1968164"/>
              <a:gd name="connsiteY1" fmla="*/ 299720 h 923330"/>
              <a:gd name="connsiteX2" fmla="*/ 1968164 w 1968164"/>
              <a:gd name="connsiteY2" fmla="*/ 923330 h 923330"/>
              <a:gd name="connsiteX3" fmla="*/ 0 w 1968164"/>
              <a:gd name="connsiteY3" fmla="*/ 923330 h 923330"/>
              <a:gd name="connsiteX4" fmla="*/ 0 w 1968164"/>
              <a:gd name="connsiteY4" fmla="*/ 0 h 923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68164" h="923330">
                <a:moveTo>
                  <a:pt x="0" y="0"/>
                </a:moveTo>
                <a:lnTo>
                  <a:pt x="1828464" y="299720"/>
                </a:lnTo>
                <a:lnTo>
                  <a:pt x="1968164" y="923330"/>
                </a:lnTo>
                <a:lnTo>
                  <a:pt x="0" y="92333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Coin Detectio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</a:t>
            </a:r>
          </a:p>
          <a:p>
            <a:pPr algn="ctr"/>
            <a:endParaRPr lang="en-US" sz="20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90AB4D-9EAC-554C-046A-D01EA41DEA33}"/>
              </a:ext>
            </a:extLst>
          </p:cNvPr>
          <p:cNvSpPr/>
          <p:nvPr/>
        </p:nvSpPr>
        <p:spPr>
          <a:xfrm>
            <a:off x="-4177102" y="1455241"/>
            <a:ext cx="1714084" cy="1605655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124A2-6782-0E5C-6C9D-A35492FBC46D}"/>
              </a:ext>
            </a:extLst>
          </p:cNvPr>
          <p:cNvSpPr/>
          <p:nvPr/>
        </p:nvSpPr>
        <p:spPr>
          <a:xfrm>
            <a:off x="13800406" y="-874136"/>
            <a:ext cx="9113520" cy="9621617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30563-B23D-C16D-E47A-9E04C57F97B7}"/>
              </a:ext>
            </a:extLst>
          </p:cNvPr>
          <p:cNvSpPr txBox="1"/>
          <p:nvPr/>
        </p:nvSpPr>
        <p:spPr>
          <a:xfrm>
            <a:off x="0" y="-3461825"/>
            <a:ext cx="5471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4FB489-5045-3071-FC67-966DC8F8C241}"/>
              </a:ext>
            </a:extLst>
          </p:cNvPr>
          <p:cNvSpPr/>
          <p:nvPr/>
        </p:nvSpPr>
        <p:spPr>
          <a:xfrm>
            <a:off x="388619" y="606315"/>
            <a:ext cx="1301285" cy="5745480"/>
          </a:xfrm>
          <a:prstGeom prst="roundRect">
            <a:avLst/>
          </a:prstGeom>
          <a:solidFill>
            <a:srgbClr val="526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B74C268-9FB5-86FD-BF91-AE35A0531E47}"/>
              </a:ext>
            </a:extLst>
          </p:cNvPr>
          <p:cNvSpPr/>
          <p:nvPr/>
        </p:nvSpPr>
        <p:spPr>
          <a:xfrm>
            <a:off x="592626" y="2415540"/>
            <a:ext cx="1324592" cy="2026920"/>
          </a:xfrm>
          <a:prstGeom prst="roundRect">
            <a:avLst/>
          </a:prstGeom>
          <a:solidFill>
            <a:srgbClr val="526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D14864-46C2-B8C7-735D-A8E7E6B7F86C}"/>
              </a:ext>
            </a:extLst>
          </p:cNvPr>
          <p:cNvSpPr txBox="1"/>
          <p:nvPr/>
        </p:nvSpPr>
        <p:spPr>
          <a:xfrm rot="5400000">
            <a:off x="843914" y="3190773"/>
            <a:ext cx="17536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Circuit</a:t>
            </a:r>
          </a:p>
        </p:txBody>
      </p:sp>
    </p:spTree>
    <p:extLst>
      <p:ext uri="{BB962C8B-B14F-4D97-AF65-F5344CB8AC3E}">
        <p14:creationId xmlns:p14="http://schemas.microsoft.com/office/powerpoint/2010/main" val="3886168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69CADBB-1A1A-578A-CCA5-0C1202D00492}"/>
              </a:ext>
            </a:extLst>
          </p:cNvPr>
          <p:cNvSpPr/>
          <p:nvPr/>
        </p:nvSpPr>
        <p:spPr>
          <a:xfrm>
            <a:off x="453024" y="678595"/>
            <a:ext cx="11146349" cy="5673200"/>
          </a:xfrm>
          <a:prstGeom prst="roundRect">
            <a:avLst/>
          </a:prstGeom>
          <a:solidFill>
            <a:srgbClr val="9D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1A01F0-30CB-E2A9-8812-25E197A0087B}"/>
              </a:ext>
            </a:extLst>
          </p:cNvPr>
          <p:cNvSpPr/>
          <p:nvPr/>
        </p:nvSpPr>
        <p:spPr>
          <a:xfrm>
            <a:off x="10462162" y="2549094"/>
            <a:ext cx="1626506" cy="1902246"/>
          </a:xfrm>
          <a:prstGeom prst="roundRect">
            <a:avLst/>
          </a:prstGeom>
          <a:solidFill>
            <a:srgbClr val="9D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D02872-0EEA-3649-DBEA-6D6035456EFB}"/>
              </a:ext>
            </a:extLst>
          </p:cNvPr>
          <p:cNvSpPr txBox="1"/>
          <p:nvPr/>
        </p:nvSpPr>
        <p:spPr>
          <a:xfrm rot="5400000">
            <a:off x="10852257" y="3315140"/>
            <a:ext cx="19022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3D Design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065B28-E319-3682-F345-F2517303C4A3}"/>
              </a:ext>
            </a:extLst>
          </p:cNvPr>
          <p:cNvSpPr/>
          <p:nvPr/>
        </p:nvSpPr>
        <p:spPr>
          <a:xfrm>
            <a:off x="388620" y="648641"/>
            <a:ext cx="10675620" cy="5703153"/>
          </a:xfrm>
          <a:prstGeom prst="roundRect">
            <a:avLst/>
          </a:prstGeom>
          <a:solidFill>
            <a:srgbClr val="DDE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750B9C-3766-5897-FFE3-774DD8B49A2D}"/>
              </a:ext>
            </a:extLst>
          </p:cNvPr>
          <p:cNvSpPr/>
          <p:nvPr/>
        </p:nvSpPr>
        <p:spPr>
          <a:xfrm>
            <a:off x="9627900" y="2470550"/>
            <a:ext cx="1890192" cy="2026920"/>
          </a:xfrm>
          <a:prstGeom prst="roundRect">
            <a:avLst/>
          </a:prstGeom>
          <a:solidFill>
            <a:srgbClr val="DDE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276828-656A-7CA6-4E24-2FA75D6B0663}"/>
              </a:ext>
            </a:extLst>
          </p:cNvPr>
          <p:cNvSpPr txBox="1"/>
          <p:nvPr/>
        </p:nvSpPr>
        <p:spPr>
          <a:xfrm rot="5400000">
            <a:off x="10274099" y="3025345"/>
            <a:ext cx="1968164" cy="1015663"/>
          </a:xfrm>
          <a:custGeom>
            <a:avLst/>
            <a:gdLst>
              <a:gd name="connsiteX0" fmla="*/ 0 w 1968164"/>
              <a:gd name="connsiteY0" fmla="*/ 0 h 923330"/>
              <a:gd name="connsiteX1" fmla="*/ 1968164 w 1968164"/>
              <a:gd name="connsiteY1" fmla="*/ 0 h 923330"/>
              <a:gd name="connsiteX2" fmla="*/ 1968164 w 1968164"/>
              <a:gd name="connsiteY2" fmla="*/ 923330 h 923330"/>
              <a:gd name="connsiteX3" fmla="*/ 0 w 1968164"/>
              <a:gd name="connsiteY3" fmla="*/ 923330 h 923330"/>
              <a:gd name="connsiteX4" fmla="*/ 0 w 1968164"/>
              <a:gd name="connsiteY4" fmla="*/ 0 h 923330"/>
              <a:gd name="connsiteX0" fmla="*/ 0 w 1968164"/>
              <a:gd name="connsiteY0" fmla="*/ 0 h 923330"/>
              <a:gd name="connsiteX1" fmla="*/ 1828464 w 1968164"/>
              <a:gd name="connsiteY1" fmla="*/ 299720 h 923330"/>
              <a:gd name="connsiteX2" fmla="*/ 1968164 w 1968164"/>
              <a:gd name="connsiteY2" fmla="*/ 923330 h 923330"/>
              <a:gd name="connsiteX3" fmla="*/ 0 w 1968164"/>
              <a:gd name="connsiteY3" fmla="*/ 923330 h 923330"/>
              <a:gd name="connsiteX4" fmla="*/ 0 w 1968164"/>
              <a:gd name="connsiteY4" fmla="*/ 0 h 923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68164" h="923330">
                <a:moveTo>
                  <a:pt x="0" y="0"/>
                </a:moveTo>
                <a:lnTo>
                  <a:pt x="1828464" y="299720"/>
                </a:lnTo>
                <a:lnTo>
                  <a:pt x="1968164" y="923330"/>
                </a:lnTo>
                <a:lnTo>
                  <a:pt x="0" y="92333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Coin Detectio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</a:t>
            </a:r>
          </a:p>
          <a:p>
            <a:pPr algn="ctr"/>
            <a:endParaRPr lang="en-US" sz="20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90AB4D-9EAC-554C-046A-D01EA41DEA33}"/>
              </a:ext>
            </a:extLst>
          </p:cNvPr>
          <p:cNvSpPr/>
          <p:nvPr/>
        </p:nvSpPr>
        <p:spPr>
          <a:xfrm>
            <a:off x="-4177102" y="1455241"/>
            <a:ext cx="1714084" cy="1605655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124A2-6782-0E5C-6C9D-A35492FBC46D}"/>
              </a:ext>
            </a:extLst>
          </p:cNvPr>
          <p:cNvSpPr/>
          <p:nvPr/>
        </p:nvSpPr>
        <p:spPr>
          <a:xfrm>
            <a:off x="13800406" y="-874136"/>
            <a:ext cx="9113520" cy="9621617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30563-B23D-C16D-E47A-9E04C57F97B7}"/>
              </a:ext>
            </a:extLst>
          </p:cNvPr>
          <p:cNvSpPr txBox="1"/>
          <p:nvPr/>
        </p:nvSpPr>
        <p:spPr>
          <a:xfrm>
            <a:off x="0" y="-3461825"/>
            <a:ext cx="5471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4FB489-5045-3071-FC67-966DC8F8C241}"/>
              </a:ext>
            </a:extLst>
          </p:cNvPr>
          <p:cNvSpPr/>
          <p:nvPr/>
        </p:nvSpPr>
        <p:spPr>
          <a:xfrm>
            <a:off x="388619" y="606315"/>
            <a:ext cx="1301285" cy="5745480"/>
          </a:xfrm>
          <a:prstGeom prst="roundRect">
            <a:avLst/>
          </a:prstGeom>
          <a:solidFill>
            <a:srgbClr val="526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B74C268-9FB5-86FD-BF91-AE35A0531E47}"/>
              </a:ext>
            </a:extLst>
          </p:cNvPr>
          <p:cNvSpPr/>
          <p:nvPr/>
        </p:nvSpPr>
        <p:spPr>
          <a:xfrm>
            <a:off x="592626" y="2415540"/>
            <a:ext cx="1324592" cy="2026920"/>
          </a:xfrm>
          <a:prstGeom prst="roundRect">
            <a:avLst/>
          </a:prstGeom>
          <a:solidFill>
            <a:srgbClr val="526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D14864-46C2-B8C7-735D-A8E7E6B7F86C}"/>
              </a:ext>
            </a:extLst>
          </p:cNvPr>
          <p:cNvSpPr txBox="1"/>
          <p:nvPr/>
        </p:nvSpPr>
        <p:spPr>
          <a:xfrm rot="5400000">
            <a:off x="843914" y="3190773"/>
            <a:ext cx="17536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Circuit</a:t>
            </a:r>
          </a:p>
        </p:txBody>
      </p:sp>
    </p:spTree>
    <p:extLst>
      <p:ext uri="{BB962C8B-B14F-4D97-AF65-F5344CB8AC3E}">
        <p14:creationId xmlns:p14="http://schemas.microsoft.com/office/powerpoint/2010/main" val="1145882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E90AB4D-9EAC-554C-046A-D01EA41DEA33}"/>
              </a:ext>
            </a:extLst>
          </p:cNvPr>
          <p:cNvSpPr/>
          <p:nvPr/>
        </p:nvSpPr>
        <p:spPr>
          <a:xfrm>
            <a:off x="-4177102" y="1455241"/>
            <a:ext cx="1714084" cy="1605655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124A2-6782-0E5C-6C9D-A35492FBC46D}"/>
              </a:ext>
            </a:extLst>
          </p:cNvPr>
          <p:cNvSpPr/>
          <p:nvPr/>
        </p:nvSpPr>
        <p:spPr>
          <a:xfrm>
            <a:off x="13800406" y="-874136"/>
            <a:ext cx="9113520" cy="9621617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30563-B23D-C16D-E47A-9E04C57F97B7}"/>
              </a:ext>
            </a:extLst>
          </p:cNvPr>
          <p:cNvSpPr txBox="1"/>
          <p:nvPr/>
        </p:nvSpPr>
        <p:spPr>
          <a:xfrm>
            <a:off x="-419100" y="-3414932"/>
            <a:ext cx="5471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69CADBB-1A1A-578A-CCA5-0C1202D00492}"/>
              </a:ext>
            </a:extLst>
          </p:cNvPr>
          <p:cNvSpPr/>
          <p:nvPr/>
        </p:nvSpPr>
        <p:spPr>
          <a:xfrm>
            <a:off x="388619" y="657432"/>
            <a:ext cx="11010901" cy="5685570"/>
          </a:xfrm>
          <a:prstGeom prst="roundRect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065B28-E319-3682-F345-F2517303C4A3}"/>
              </a:ext>
            </a:extLst>
          </p:cNvPr>
          <p:cNvSpPr/>
          <p:nvPr/>
        </p:nvSpPr>
        <p:spPr>
          <a:xfrm>
            <a:off x="388620" y="648641"/>
            <a:ext cx="10487680" cy="5703153"/>
          </a:xfrm>
          <a:prstGeom prst="roundRect">
            <a:avLst/>
          </a:prstGeom>
          <a:solidFill>
            <a:srgbClr val="DDE6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4FB489-5045-3071-FC67-966DC8F8C241}"/>
              </a:ext>
            </a:extLst>
          </p:cNvPr>
          <p:cNvSpPr/>
          <p:nvPr/>
        </p:nvSpPr>
        <p:spPr>
          <a:xfrm>
            <a:off x="388618" y="606315"/>
            <a:ext cx="9960173" cy="5745480"/>
          </a:xfrm>
          <a:prstGeom prst="roundRect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6D4B89-E886-27A8-F81E-D72BB0FA8609}"/>
              </a:ext>
            </a:extLst>
          </p:cNvPr>
          <p:cNvSpPr/>
          <p:nvPr/>
        </p:nvSpPr>
        <p:spPr>
          <a:xfrm>
            <a:off x="9913188" y="2486757"/>
            <a:ext cx="1890192" cy="2026920"/>
          </a:xfrm>
          <a:prstGeom prst="roundRect">
            <a:avLst/>
          </a:prstGeom>
          <a:solidFill>
            <a:srgbClr val="9DB2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D40B29-BD45-77F6-8E5A-09E91258C1C5}"/>
              </a:ext>
            </a:extLst>
          </p:cNvPr>
          <p:cNvSpPr txBox="1"/>
          <p:nvPr/>
        </p:nvSpPr>
        <p:spPr>
          <a:xfrm rot="5400000">
            <a:off x="10562489" y="3279000"/>
            <a:ext cx="19022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3D Design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738C41-A109-2713-4CB4-81C89D0D4E04}"/>
              </a:ext>
            </a:extLst>
          </p:cNvPr>
          <p:cNvSpPr/>
          <p:nvPr/>
        </p:nvSpPr>
        <p:spPr>
          <a:xfrm>
            <a:off x="8892699" y="2477964"/>
            <a:ext cx="2362577" cy="2026920"/>
          </a:xfrm>
          <a:prstGeom prst="roundRect">
            <a:avLst/>
          </a:prstGeom>
          <a:solidFill>
            <a:srgbClr val="DDE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56137E-2854-7C1F-1695-B1C78D801BC7}"/>
              </a:ext>
            </a:extLst>
          </p:cNvPr>
          <p:cNvSpPr txBox="1"/>
          <p:nvPr/>
        </p:nvSpPr>
        <p:spPr>
          <a:xfrm rot="5400000">
            <a:off x="9903071" y="3279000"/>
            <a:ext cx="20992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Coin Detectio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BB268F-ACE3-4A15-E0E1-BB99EE79D4FE}"/>
              </a:ext>
            </a:extLst>
          </p:cNvPr>
          <p:cNvSpPr/>
          <p:nvPr/>
        </p:nvSpPr>
        <p:spPr>
          <a:xfrm>
            <a:off x="8480504" y="2477964"/>
            <a:ext cx="2211534" cy="2026920"/>
          </a:xfrm>
          <a:prstGeom prst="roundRect">
            <a:avLst/>
          </a:prstGeom>
          <a:solidFill>
            <a:srgbClr val="526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BA8E7E-DF48-223B-0C53-41EC176D2DCC}"/>
              </a:ext>
            </a:extLst>
          </p:cNvPr>
          <p:cNvSpPr txBox="1"/>
          <p:nvPr/>
        </p:nvSpPr>
        <p:spPr>
          <a:xfrm rot="5400000">
            <a:off x="9601530" y="3278999"/>
            <a:ext cx="1615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Circuit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70180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E90AB4D-9EAC-554C-046A-D01EA41DEA33}"/>
              </a:ext>
            </a:extLst>
          </p:cNvPr>
          <p:cNvSpPr/>
          <p:nvPr/>
        </p:nvSpPr>
        <p:spPr>
          <a:xfrm>
            <a:off x="-4177102" y="1455241"/>
            <a:ext cx="1714084" cy="1605655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124A2-6782-0E5C-6C9D-A35492FBC46D}"/>
              </a:ext>
            </a:extLst>
          </p:cNvPr>
          <p:cNvSpPr/>
          <p:nvPr/>
        </p:nvSpPr>
        <p:spPr>
          <a:xfrm>
            <a:off x="13800406" y="-874136"/>
            <a:ext cx="9113520" cy="9621617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30563-B23D-C16D-E47A-9E04C57F97B7}"/>
              </a:ext>
            </a:extLst>
          </p:cNvPr>
          <p:cNvSpPr txBox="1"/>
          <p:nvPr/>
        </p:nvSpPr>
        <p:spPr>
          <a:xfrm>
            <a:off x="-419100" y="-3414932"/>
            <a:ext cx="5471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69CADBB-1A1A-578A-CCA5-0C1202D00492}"/>
              </a:ext>
            </a:extLst>
          </p:cNvPr>
          <p:cNvSpPr/>
          <p:nvPr/>
        </p:nvSpPr>
        <p:spPr>
          <a:xfrm>
            <a:off x="388619" y="657432"/>
            <a:ext cx="11414761" cy="5685570"/>
          </a:xfrm>
          <a:prstGeom prst="roundRect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065B28-E319-3682-F345-F2517303C4A3}"/>
              </a:ext>
            </a:extLst>
          </p:cNvPr>
          <p:cNvSpPr/>
          <p:nvPr/>
        </p:nvSpPr>
        <p:spPr>
          <a:xfrm>
            <a:off x="388620" y="648641"/>
            <a:ext cx="10909300" cy="5703153"/>
          </a:xfrm>
          <a:prstGeom prst="roundRect">
            <a:avLst/>
          </a:prstGeom>
          <a:solidFill>
            <a:srgbClr val="DDE6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4FB489-5045-3071-FC67-966DC8F8C241}"/>
              </a:ext>
            </a:extLst>
          </p:cNvPr>
          <p:cNvSpPr/>
          <p:nvPr/>
        </p:nvSpPr>
        <p:spPr>
          <a:xfrm>
            <a:off x="388619" y="606315"/>
            <a:ext cx="1485902" cy="5745480"/>
          </a:xfrm>
          <a:prstGeom prst="roundRect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D7E674-D4A2-5B4D-42AE-8257C9925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9774" y="1953992"/>
            <a:ext cx="3092450" cy="3092450"/>
          </a:xfrm>
          <a:prstGeom prst="rect">
            <a:avLst/>
          </a:prstGeom>
          <a:ln w="82550">
            <a:solidFill>
              <a:srgbClr val="526D82"/>
            </a:solidFill>
          </a:ln>
          <a:effectLst>
            <a:softEdge rad="0"/>
          </a:effectLst>
        </p:spPr>
      </p:pic>
      <p:sp>
        <p:nvSpPr>
          <p:cNvPr id="13" name="Rectangle 8">
            <a:extLst>
              <a:ext uri="{FF2B5EF4-FFF2-40B4-BE49-F238E27FC236}">
                <a16:creationId xmlns:a16="http://schemas.microsoft.com/office/drawing/2014/main" id="{7165879B-8E7D-FE40-2B70-FC2814A10A65}"/>
              </a:ext>
            </a:extLst>
          </p:cNvPr>
          <p:cNvSpPr/>
          <p:nvPr/>
        </p:nvSpPr>
        <p:spPr>
          <a:xfrm>
            <a:off x="2180144" y="880625"/>
            <a:ext cx="3353216" cy="78754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17BCF7-F65C-68FB-F7AD-E698FE624F7F}"/>
              </a:ext>
            </a:extLst>
          </p:cNvPr>
          <p:cNvSpPr txBox="1"/>
          <p:nvPr/>
        </p:nvSpPr>
        <p:spPr>
          <a:xfrm>
            <a:off x="2180145" y="958927"/>
            <a:ext cx="230369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1200" b="1" dirty="0">
                <a:solidFill>
                  <a:srgbClr val="C00000"/>
                </a:solidFill>
                <a:cs typeface="Segoe UI Semibold" panose="020B0702040204020203" pitchFamily="34" charset="0"/>
              </a:rPr>
              <a:t>See more: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ea typeface="Segoe UI Symbol" panose="020B0502040204020203" pitchFamily="34" charset="0"/>
                <a:cs typeface="Segoe UI Semilight" panose="020B0402040204020203" pitchFamily="34" charset="0"/>
              </a:rPr>
              <a:t>Open the Documentation below for more information about the Project</a:t>
            </a:r>
          </a:p>
        </p:txBody>
      </p:sp>
      <p:pic>
        <p:nvPicPr>
          <p:cNvPr id="15" name="Picture 11" descr="Curved arrow">
            <a:extLst>
              <a:ext uri="{FF2B5EF4-FFF2-40B4-BE49-F238E27FC236}">
                <a16:creationId xmlns:a16="http://schemas.microsoft.com/office/drawing/2014/main" id="{00A499B8-2B40-602E-47F8-E5FA7912873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354591">
            <a:off x="4495713" y="1252571"/>
            <a:ext cx="712427" cy="50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7769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E90AB4D-9EAC-554C-046A-D01EA41DEA33}"/>
              </a:ext>
            </a:extLst>
          </p:cNvPr>
          <p:cNvSpPr/>
          <p:nvPr/>
        </p:nvSpPr>
        <p:spPr>
          <a:xfrm>
            <a:off x="-4177102" y="1455241"/>
            <a:ext cx="1714084" cy="1605655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124A2-6782-0E5C-6C9D-A35492FBC46D}"/>
              </a:ext>
            </a:extLst>
          </p:cNvPr>
          <p:cNvSpPr/>
          <p:nvPr/>
        </p:nvSpPr>
        <p:spPr>
          <a:xfrm>
            <a:off x="13800406" y="-874136"/>
            <a:ext cx="9113520" cy="9621617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30563-B23D-C16D-E47A-9E04C57F97B7}"/>
              </a:ext>
            </a:extLst>
          </p:cNvPr>
          <p:cNvSpPr txBox="1"/>
          <p:nvPr/>
        </p:nvSpPr>
        <p:spPr>
          <a:xfrm>
            <a:off x="-419100" y="-3414932"/>
            <a:ext cx="5471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69CADBB-1A1A-578A-CCA5-0C1202D00492}"/>
              </a:ext>
            </a:extLst>
          </p:cNvPr>
          <p:cNvSpPr/>
          <p:nvPr/>
        </p:nvSpPr>
        <p:spPr>
          <a:xfrm>
            <a:off x="388619" y="657432"/>
            <a:ext cx="11414761" cy="5685570"/>
          </a:xfrm>
          <a:prstGeom prst="roundRect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065B28-E319-3682-F345-F2517303C4A3}"/>
              </a:ext>
            </a:extLst>
          </p:cNvPr>
          <p:cNvSpPr/>
          <p:nvPr/>
        </p:nvSpPr>
        <p:spPr>
          <a:xfrm>
            <a:off x="388620" y="648641"/>
            <a:ext cx="1714084" cy="5703153"/>
          </a:xfrm>
          <a:prstGeom prst="roundRect">
            <a:avLst/>
          </a:prstGeom>
          <a:solidFill>
            <a:srgbClr val="DDE6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4FB489-5045-3071-FC67-966DC8F8C241}"/>
              </a:ext>
            </a:extLst>
          </p:cNvPr>
          <p:cNvSpPr/>
          <p:nvPr/>
        </p:nvSpPr>
        <p:spPr>
          <a:xfrm>
            <a:off x="388619" y="606315"/>
            <a:ext cx="1485902" cy="5745480"/>
          </a:xfrm>
          <a:prstGeom prst="roundRect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F8253-FEA2-CCEA-863D-FB7590B6301D}"/>
              </a:ext>
            </a:extLst>
          </p:cNvPr>
          <p:cNvSpPr txBox="1"/>
          <p:nvPr/>
        </p:nvSpPr>
        <p:spPr>
          <a:xfrm>
            <a:off x="2102704" y="2717913"/>
            <a:ext cx="85511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Special Thank to: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Dr. </a:t>
            </a:r>
            <a:r>
              <a:rPr lang="en-US" sz="3600" dirty="0" err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Aryaf</a:t>
            </a:r>
            <a:r>
              <a:rPr lang="en-US" sz="36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Al-</a:t>
            </a:r>
            <a:r>
              <a:rPr lang="en-US" sz="3600" dirty="0" err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adwan</a:t>
            </a:r>
            <a:endParaRPr lang="en-US" sz="36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658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E90AB4D-9EAC-554C-046A-D01EA41DEA33}"/>
              </a:ext>
            </a:extLst>
          </p:cNvPr>
          <p:cNvSpPr/>
          <p:nvPr/>
        </p:nvSpPr>
        <p:spPr>
          <a:xfrm>
            <a:off x="-4177102" y="1455241"/>
            <a:ext cx="1714084" cy="1605655"/>
          </a:xfrm>
          <a:prstGeom prst="ellipse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124A2-6782-0E5C-6C9D-A35492FBC46D}"/>
              </a:ext>
            </a:extLst>
          </p:cNvPr>
          <p:cNvSpPr/>
          <p:nvPr/>
        </p:nvSpPr>
        <p:spPr>
          <a:xfrm>
            <a:off x="13800406" y="-874136"/>
            <a:ext cx="9113520" cy="9621617"/>
          </a:xfrm>
          <a:prstGeom prst="ellipse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30563-B23D-C16D-E47A-9E04C57F97B7}"/>
              </a:ext>
            </a:extLst>
          </p:cNvPr>
          <p:cNvSpPr txBox="1"/>
          <p:nvPr/>
        </p:nvSpPr>
        <p:spPr>
          <a:xfrm>
            <a:off x="-419100" y="-3414932"/>
            <a:ext cx="5471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9DB2B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69CADBB-1A1A-578A-CCA5-0C1202D00492}"/>
              </a:ext>
            </a:extLst>
          </p:cNvPr>
          <p:cNvSpPr/>
          <p:nvPr/>
        </p:nvSpPr>
        <p:spPr>
          <a:xfrm>
            <a:off x="388619" y="657432"/>
            <a:ext cx="1927861" cy="5685570"/>
          </a:xfrm>
          <a:prstGeom prst="roundRect">
            <a:avLst/>
          </a:prstGeom>
          <a:solidFill>
            <a:srgbClr val="9DB2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065B28-E319-3682-F345-F2517303C4A3}"/>
              </a:ext>
            </a:extLst>
          </p:cNvPr>
          <p:cNvSpPr/>
          <p:nvPr/>
        </p:nvSpPr>
        <p:spPr>
          <a:xfrm>
            <a:off x="388620" y="648641"/>
            <a:ext cx="1714084" cy="5703153"/>
          </a:xfrm>
          <a:prstGeom prst="roundRect">
            <a:avLst/>
          </a:prstGeom>
          <a:solidFill>
            <a:srgbClr val="DDE6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4FB489-5045-3071-FC67-966DC8F8C241}"/>
              </a:ext>
            </a:extLst>
          </p:cNvPr>
          <p:cNvSpPr/>
          <p:nvPr/>
        </p:nvSpPr>
        <p:spPr>
          <a:xfrm>
            <a:off x="388619" y="606315"/>
            <a:ext cx="1485902" cy="5745480"/>
          </a:xfrm>
          <a:prstGeom prst="roundRect">
            <a:avLst/>
          </a:prstGeom>
          <a:solidFill>
            <a:srgbClr val="52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F8253-FEA2-CCEA-863D-FB7590B6301D}"/>
              </a:ext>
            </a:extLst>
          </p:cNvPr>
          <p:cNvSpPr txBox="1"/>
          <p:nvPr/>
        </p:nvSpPr>
        <p:spPr>
          <a:xfrm>
            <a:off x="2102704" y="2717913"/>
            <a:ext cx="855114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 </a:t>
            </a:r>
            <a:r>
              <a:rPr lang="en-US" sz="66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</a:t>
            </a:r>
            <a:endParaRPr lang="en-US" sz="66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598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4259</TotalTime>
  <Words>265</Words>
  <Application>Microsoft Office PowerPoint</Application>
  <PresentationFormat>Widescreen</PresentationFormat>
  <Paragraphs>112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ADLaM Display</vt:lpstr>
      <vt:lpstr>Aharoni</vt:lpstr>
      <vt:lpstr>Arial</vt:lpstr>
      <vt:lpstr>Calibri</vt:lpstr>
      <vt:lpstr>Calibri Light</vt:lpstr>
      <vt:lpstr>Segoe UI Light</vt:lpstr>
      <vt:lpstr>Segoe UI Semilight</vt:lpstr>
      <vt:lpstr>Office Theme</vt:lpstr>
      <vt:lpstr>outline to get started </vt:lpstr>
      <vt:lpstr>Vending Machine Arduino Based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 to get started </dc:title>
  <dc:creator>Mohammed .z</dc:creator>
  <cp:lastModifiedBy>Mohammed .z</cp:lastModifiedBy>
  <cp:revision>6</cp:revision>
  <dcterms:created xsi:type="dcterms:W3CDTF">2023-12-25T11:20:44Z</dcterms:created>
  <dcterms:modified xsi:type="dcterms:W3CDTF">2024-01-01T08:57:16Z</dcterms:modified>
</cp:coreProperties>
</file>